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1296650" cx="20104100"/>
  <p:notesSz cx="20104100" cy="11296650"/>
  <p:embeddedFontLst>
    <p:embeddedFont>
      <p:font typeface="Montserrat SemiBold"/>
      <p:regular r:id="rId23"/>
      <p:bold r:id="rId24"/>
      <p:italic r:id="rId25"/>
      <p:boldItalic r:id="rId26"/>
    </p:embeddedFont>
    <p:embeddedFont>
      <p:font typeface="Roboto Medium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Poppins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Montserrat Black"/>
      <p:bold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Helvetica Neue"/>
      <p:regular r:id="rId49"/>
      <p:bold r:id="rId50"/>
      <p:italic r:id="rId51"/>
      <p:boldItalic r:id="rId52"/>
    </p:embeddedFont>
    <p:embeddedFont>
      <p:font typeface="Montserrat ExtraBold"/>
      <p:bold r:id="rId53"/>
      <p:boldItalic r:id="rId54"/>
    </p:embeddedFont>
    <p:embeddedFont>
      <p:font typeface="Chivo Black"/>
      <p:bold r:id="rId55"/>
      <p:boldItalic r:id="rId56"/>
    </p:embeddedFont>
    <p:embeddedFont>
      <p:font typeface="Chiv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  <p15:guide id="3" orient="horz" pos="48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81C670-9AAE-4FD5-9B0A-2C006B907842}">
  <a:tblStyle styleId="{8781C670-9AAE-4FD5-9B0A-2C006B9078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80EDCD8-A3A5-4361-9888-B7919BDA463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3F0354E-834A-444F-8985-24DB7B63A258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48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44" Type="http://schemas.openxmlformats.org/officeDocument/2006/relationships/font" Target="fonts/MontserratBlack-boldItalic.fntdata"/><Relationship Id="rId43" Type="http://schemas.openxmlformats.org/officeDocument/2006/relationships/font" Target="fonts/MontserratBlack-bold.fntdata"/><Relationship Id="rId46" Type="http://schemas.openxmlformats.org/officeDocument/2006/relationships/font" Target="fonts/MontserratMedium-bold.fntdata"/><Relationship Id="rId45" Type="http://schemas.openxmlformats.org/officeDocument/2006/relationships/font" Target="fonts/Montserra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Medium-boldItalic.fntdata"/><Relationship Id="rId47" Type="http://schemas.openxmlformats.org/officeDocument/2006/relationships/font" Target="fonts/MontserratMedium-italic.fntdata"/><Relationship Id="rId49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RobotoMedium-boldItalic.fntdata"/><Relationship Id="rId33" Type="http://schemas.openxmlformats.org/officeDocument/2006/relationships/font" Target="fonts/Roboto-italic.fntdata"/><Relationship Id="rId32" Type="http://schemas.openxmlformats.org/officeDocument/2006/relationships/font" Target="fonts/Roboto-bold.fntdata"/><Relationship Id="rId35" Type="http://schemas.openxmlformats.org/officeDocument/2006/relationships/font" Target="fonts/Poppins-regular.fntdata"/><Relationship Id="rId34" Type="http://schemas.openxmlformats.org/officeDocument/2006/relationships/font" Target="fonts/Roboto-boldItalic.fntdata"/><Relationship Id="rId37" Type="http://schemas.openxmlformats.org/officeDocument/2006/relationships/font" Target="fonts/Poppins-italic.fntdata"/><Relationship Id="rId36" Type="http://schemas.openxmlformats.org/officeDocument/2006/relationships/font" Target="fonts/Poppins-bold.fntdata"/><Relationship Id="rId39" Type="http://schemas.openxmlformats.org/officeDocument/2006/relationships/font" Target="fonts/Montserrat-regular.fntdata"/><Relationship Id="rId38" Type="http://schemas.openxmlformats.org/officeDocument/2006/relationships/font" Target="fonts/Poppi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SemiBold-bold.fntdata"/><Relationship Id="rId23" Type="http://schemas.openxmlformats.org/officeDocument/2006/relationships/font" Target="fonts/MontserratSemiBold-regular.fntdata"/><Relationship Id="rId60" Type="http://schemas.openxmlformats.org/officeDocument/2006/relationships/font" Target="fonts/Chivo-boldItalic.fntdata"/><Relationship Id="rId26" Type="http://schemas.openxmlformats.org/officeDocument/2006/relationships/font" Target="fonts/MontserratSemiBold-boldItalic.fntdata"/><Relationship Id="rId25" Type="http://schemas.openxmlformats.org/officeDocument/2006/relationships/font" Target="fonts/MontserratSemiBold-italic.fntdata"/><Relationship Id="rId28" Type="http://schemas.openxmlformats.org/officeDocument/2006/relationships/font" Target="fonts/RobotoMedium-bold.fntdata"/><Relationship Id="rId27" Type="http://schemas.openxmlformats.org/officeDocument/2006/relationships/font" Target="fonts/RobotoMedium-regular.fntdata"/><Relationship Id="rId29" Type="http://schemas.openxmlformats.org/officeDocument/2006/relationships/font" Target="fonts/RobotoMedium-italic.fntdata"/><Relationship Id="rId51" Type="http://schemas.openxmlformats.org/officeDocument/2006/relationships/font" Target="fonts/HelveticaNeue-italic.fntdata"/><Relationship Id="rId50" Type="http://schemas.openxmlformats.org/officeDocument/2006/relationships/font" Target="fonts/HelveticaNeue-bold.fntdata"/><Relationship Id="rId53" Type="http://schemas.openxmlformats.org/officeDocument/2006/relationships/font" Target="fonts/MontserratExtraBold-bold.fntdata"/><Relationship Id="rId52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55" Type="http://schemas.openxmlformats.org/officeDocument/2006/relationships/font" Target="fonts/ChivoBlack-bold.fntdata"/><Relationship Id="rId10" Type="http://schemas.openxmlformats.org/officeDocument/2006/relationships/slide" Target="slides/slide4.xml"/><Relationship Id="rId54" Type="http://schemas.openxmlformats.org/officeDocument/2006/relationships/font" Target="fonts/MontserratExtraBold-boldItalic.fntdata"/><Relationship Id="rId13" Type="http://schemas.openxmlformats.org/officeDocument/2006/relationships/slide" Target="slides/slide7.xml"/><Relationship Id="rId57" Type="http://schemas.openxmlformats.org/officeDocument/2006/relationships/font" Target="fonts/Chivo-regular.fntdata"/><Relationship Id="rId12" Type="http://schemas.openxmlformats.org/officeDocument/2006/relationships/slide" Target="slides/slide6.xml"/><Relationship Id="rId56" Type="http://schemas.openxmlformats.org/officeDocument/2006/relationships/font" Target="fonts/ChivoBlack-boldItalic.fntdata"/><Relationship Id="rId15" Type="http://schemas.openxmlformats.org/officeDocument/2006/relationships/slide" Target="slides/slide9.xml"/><Relationship Id="rId59" Type="http://schemas.openxmlformats.org/officeDocument/2006/relationships/font" Target="fonts/Chivo-italic.fntdata"/><Relationship Id="rId14" Type="http://schemas.openxmlformats.org/officeDocument/2006/relationships/slide" Target="slides/slide8.xml"/><Relationship Id="rId58" Type="http://schemas.openxmlformats.org/officeDocument/2006/relationships/font" Target="fonts/Chiv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7225"/>
            <a:ext cx="13403400" cy="4236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65900"/>
            <a:ext cx="16083275" cy="5083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35682086cf_0_231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" name="Google Shape;45;g335682086cf_0_231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67998ae09_1_0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" name="Google Shape;55;g3b67998ae09_1_0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e1a35c1c_0_1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5" name="Google Shape;115;g3bae1a35c1c_0_1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ab537233_0_0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6" name="Google Shape;176;g3bdab537233_0_0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dab537233_1_12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g3bdab537233_1_12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2ec487fc5_0_4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0" name="Google Shape;300;g3c2ec487fc5_0_4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dab537233_3_2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9" name="Google Shape;339;g3bdab537233_3_2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67998ae09_1_255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2" name="Google Shape;372;g3b67998ae09_1_255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f18f9ba62c_0_699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5" name="Google Shape;445;g2f18f9ba62c_0_699:notes"/>
          <p:cNvSpPr/>
          <p:nvPr>
            <p:ph idx="2" type="sldImg"/>
          </p:nvPr>
        </p:nvSpPr>
        <p:spPr>
          <a:xfrm>
            <a:off x="3351350" y="847225"/>
            <a:ext cx="13403400" cy="423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dab537233_7_0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2" name="Google Shape;452;g3bdab537233_7_0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4db597f85_0_75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5" name="Google Shape;525;g3b4db597f85_0_75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3d5cbfdb9_0_1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7" name="Google Shape;537;g3a3d5cbfdb9_0_1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4db597f85_0_6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9" name="Google Shape;549;g3b4db597f85_0_6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4db597f85_0_37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1" name="Google Shape;561;g3b4db597f85_0_37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4db597f85_0_56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1" name="Google Shape;581;g3b4db597f85_0_56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4db597f85_0_18:notes"/>
          <p:cNvSpPr txBox="1"/>
          <p:nvPr>
            <p:ph idx="1" type="body"/>
          </p:nvPr>
        </p:nvSpPr>
        <p:spPr>
          <a:xfrm>
            <a:off x="2010400" y="5365900"/>
            <a:ext cx="16083300" cy="5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1" name="Google Shape;601;g3b4db597f85_0_18:notes"/>
          <p:cNvSpPr/>
          <p:nvPr>
            <p:ph idx="2" type="sldImg"/>
          </p:nvPr>
        </p:nvSpPr>
        <p:spPr>
          <a:xfrm>
            <a:off x="6283325" y="847725"/>
            <a:ext cx="7539000" cy="42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39269" y="556418"/>
            <a:ext cx="14732629" cy="230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150">
                <a:solidFill>
                  <a:srgbClr val="1892DD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887993" y="5542808"/>
            <a:ext cx="8262619" cy="2386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50">
                <a:solidFill>
                  <a:srgbClr val="80808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6835394" y="10505885"/>
            <a:ext cx="6433312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1005205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4474953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39269" y="556418"/>
            <a:ext cx="14732629" cy="230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150">
                <a:solidFill>
                  <a:srgbClr val="1892DD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6835394" y="10505885"/>
            <a:ext cx="6433312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1005205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4474953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939269" y="556418"/>
            <a:ext cx="14732629" cy="230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150">
                <a:solidFill>
                  <a:srgbClr val="1892DD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953619" y="2833759"/>
            <a:ext cx="5100955" cy="6068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350">
                <a:solidFill>
                  <a:srgbClr val="808080"/>
                </a:solidFill>
                <a:latin typeface="Chivo"/>
                <a:ea typeface="Chivo"/>
                <a:cs typeface="Chivo"/>
                <a:sym typeface="Chivo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10353611" y="2598229"/>
            <a:ext cx="8745284" cy="7455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6835394" y="10505885"/>
            <a:ext cx="6433312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1005205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4474953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idx="11" type="ftr"/>
          </p:nvPr>
        </p:nvSpPr>
        <p:spPr>
          <a:xfrm>
            <a:off x="6835394" y="10505885"/>
            <a:ext cx="6433312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1005205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4474953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1507807" y="3501961"/>
            <a:ext cx="17088486" cy="237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150">
                <a:solidFill>
                  <a:srgbClr val="1892DD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3015615" y="6326124"/>
            <a:ext cx="14072870" cy="282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50">
                <a:solidFill>
                  <a:srgbClr val="80808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6835394" y="10505885"/>
            <a:ext cx="6433312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005205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14474953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ctrTitle"/>
          </p:nvPr>
        </p:nvSpPr>
        <p:spPr>
          <a:xfrm>
            <a:off x="685325" y="1635307"/>
            <a:ext cx="187335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685307" y="6224578"/>
            <a:ext cx="18733500" cy="1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8627640" y="10241806"/>
            <a:ext cx="120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39269" y="556418"/>
            <a:ext cx="14732629" cy="230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150" u="none" cap="none" strike="noStrike">
                <a:solidFill>
                  <a:srgbClr val="1892DD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887993" y="5542808"/>
            <a:ext cx="8262619" cy="2386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950" u="none" cap="none" strike="noStrike">
                <a:solidFill>
                  <a:srgbClr val="80808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6835394" y="10505885"/>
            <a:ext cx="6433312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1005205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4474953" y="10505885"/>
            <a:ext cx="4623943" cy="56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1" Type="http://schemas.openxmlformats.org/officeDocument/2006/relationships/hyperlink" Target="https://drive.google.com/file/d/1HhIYbNG08iNXTfbKxl1CCEvwHumjVZZn/view?usp=drive_link" TargetMode="External"/><Relationship Id="rId10" Type="http://schemas.openxmlformats.org/officeDocument/2006/relationships/hyperlink" Target="https://docs.google.com/spreadsheets/d/1-tsjSgnQtrLq76oRS20cFxzT-ZLTOQc5/edit?usp=drive_link&amp;ouid=103556118161673800588&amp;rtpof=true&amp;sd=true" TargetMode="External"/><Relationship Id="rId9" Type="http://schemas.openxmlformats.org/officeDocument/2006/relationships/hyperlink" Target="https://drive.google.com/file/d/1T9eCxsyfibupsbAKCKAd0HrPkk2EyncN/view?usp=drive_link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hyperlink" Target="https://docs.google.com/spreadsheets/d/10GdiWdmdalmnDeCnsp6o_g9TslkiZAFP/edit?usp=drive_link&amp;ouid=103556118161673800588&amp;rtpof=true&amp;sd=tru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2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8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2512" y="4530613"/>
            <a:ext cx="8976727" cy="223542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/>
        </p:nvSpPr>
        <p:spPr>
          <a:xfrm>
            <a:off x="15508642" y="625900"/>
            <a:ext cx="51219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92E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12175938" y="5108178"/>
            <a:ext cx="871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50"/>
              <a:buFont typeface="Arial"/>
              <a:buNone/>
            </a:pPr>
            <a:r>
              <a:rPr b="1" i="0" lang="en-US" sz="455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endParaRPr b="1" i="0" sz="455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14457600" y="733175"/>
            <a:ext cx="42540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10 February 2026</a:t>
            </a:r>
            <a:endParaRPr b="1" sz="2950">
              <a:solidFill>
                <a:srgbClr val="0737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" name="Google Shape;52;p8" title="Screenshot 2025-12-22 at 20.10.0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35188" y="3905988"/>
            <a:ext cx="3656401" cy="3484664"/>
          </a:xfrm>
          <a:prstGeom prst="rect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9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60" name="Google Shape;6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9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" name="Google Shape;62;p9" title="Screenshot 2025-12-22 at 20.10.0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" name="Google Shape;6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9"/>
          <p:cNvGrpSpPr/>
          <p:nvPr/>
        </p:nvGrpSpPr>
        <p:grpSpPr>
          <a:xfrm>
            <a:off x="2169074" y="2442465"/>
            <a:ext cx="1114690" cy="789134"/>
            <a:chOff x="5084539" y="5421438"/>
            <a:chExt cx="212027" cy="150114"/>
          </a:xfrm>
        </p:grpSpPr>
        <p:sp>
          <p:nvSpPr>
            <p:cNvPr id="65" name="Google Shape;65;p9"/>
            <p:cNvSpPr/>
            <p:nvPr/>
          </p:nvSpPr>
          <p:spPr>
            <a:xfrm>
              <a:off x="5150928" y="5421438"/>
              <a:ext cx="79248" cy="8572"/>
            </a:xfrm>
            <a:custGeom>
              <a:rect b="b" l="l" r="r" t="t"/>
              <a:pathLst>
                <a:path extrusionOk="0" h="8572" w="79248">
                  <a:moveTo>
                    <a:pt x="79248" y="4286"/>
                  </a:moveTo>
                  <a:cubicBezTo>
                    <a:pt x="79248" y="1905"/>
                    <a:pt x="77343" y="0"/>
                    <a:pt x="74962" y="0"/>
                  </a:cubicBezTo>
                  <a:lnTo>
                    <a:pt x="4286" y="0"/>
                  </a:lnTo>
                  <a:cubicBezTo>
                    <a:pt x="1905" y="0"/>
                    <a:pt x="0" y="1905"/>
                    <a:pt x="0" y="4286"/>
                  </a:cubicBezTo>
                  <a:cubicBezTo>
                    <a:pt x="0" y="6668"/>
                    <a:pt x="1905" y="8572"/>
                    <a:pt x="4286" y="8572"/>
                  </a:cubicBezTo>
                  <a:lnTo>
                    <a:pt x="74962" y="8572"/>
                  </a:lnTo>
                  <a:cubicBezTo>
                    <a:pt x="77343" y="8572"/>
                    <a:pt x="79248" y="6668"/>
                    <a:pt x="79248" y="42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5084539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2"/>
                  </a:lnTo>
                  <a:lnTo>
                    <a:pt x="26575" y="8572"/>
                  </a:lnTo>
                  <a:lnTo>
                    <a:pt x="26575" y="26575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9"/>
            <p:cNvSpPr/>
            <p:nvPr/>
          </p:nvSpPr>
          <p:spPr>
            <a:xfrm>
              <a:off x="5084539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3"/>
                  </a:lnTo>
                  <a:lnTo>
                    <a:pt x="26575" y="8573"/>
                  </a:lnTo>
                  <a:lnTo>
                    <a:pt x="26575" y="26575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5084539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1" y="0"/>
                  </a:cubicBezTo>
                  <a:close/>
                  <a:moveTo>
                    <a:pt x="26575" y="26479"/>
                  </a:moveTo>
                  <a:lnTo>
                    <a:pt x="8573" y="26479"/>
                  </a:lnTo>
                  <a:lnTo>
                    <a:pt x="8573" y="8477"/>
                  </a:lnTo>
                  <a:lnTo>
                    <a:pt x="26575" y="8477"/>
                  </a:lnTo>
                  <a:lnTo>
                    <a:pt x="26575" y="26479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5128735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5128735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3"/>
                  </a:lnTo>
                  <a:lnTo>
                    <a:pt x="26575" y="8573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5128735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0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0" y="0"/>
                  </a:cubicBezTo>
                  <a:close/>
                  <a:moveTo>
                    <a:pt x="26575" y="26479"/>
                  </a:moveTo>
                  <a:lnTo>
                    <a:pt x="8573" y="26479"/>
                  </a:lnTo>
                  <a:lnTo>
                    <a:pt x="8573" y="8477"/>
                  </a:lnTo>
                  <a:lnTo>
                    <a:pt x="26575" y="8477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9"/>
            <p:cNvSpPr/>
            <p:nvPr/>
          </p:nvSpPr>
          <p:spPr>
            <a:xfrm>
              <a:off x="5172931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5172931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3"/>
                  </a:lnTo>
                  <a:lnTo>
                    <a:pt x="26575" y="8573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5173027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2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2" y="0"/>
                    <a:pt x="26861" y="0"/>
                  </a:cubicBezTo>
                  <a:close/>
                  <a:moveTo>
                    <a:pt x="26575" y="26479"/>
                  </a:moveTo>
                  <a:lnTo>
                    <a:pt x="8572" y="26479"/>
                  </a:lnTo>
                  <a:lnTo>
                    <a:pt x="8572" y="8477"/>
                  </a:lnTo>
                  <a:lnTo>
                    <a:pt x="26575" y="8477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217127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2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2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5217222" y="5492114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8287" y="35147"/>
                  </a:move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close/>
                  <a:moveTo>
                    <a:pt x="8573" y="8668"/>
                  </a:moveTo>
                  <a:lnTo>
                    <a:pt x="26575" y="8668"/>
                  </a:lnTo>
                  <a:lnTo>
                    <a:pt x="26575" y="26670"/>
                  </a:lnTo>
                  <a:lnTo>
                    <a:pt x="8573" y="26670"/>
                  </a:lnTo>
                  <a:lnTo>
                    <a:pt x="8573" y="86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5261323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5261419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2" y="35147"/>
                    <a:pt x="35147" y="31433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2" y="0"/>
                    <a:pt x="26861" y="0"/>
                  </a:cubicBezTo>
                  <a:close/>
                  <a:moveTo>
                    <a:pt x="26575" y="26480"/>
                  </a:moveTo>
                  <a:lnTo>
                    <a:pt x="8572" y="26480"/>
                  </a:lnTo>
                  <a:lnTo>
                    <a:pt x="8572" y="8477"/>
                  </a:lnTo>
                  <a:lnTo>
                    <a:pt x="26575" y="8477"/>
                  </a:lnTo>
                  <a:lnTo>
                    <a:pt x="26575" y="264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9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80" name="Google Shape;80;p9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9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9"/>
          <p:cNvGrpSpPr/>
          <p:nvPr/>
        </p:nvGrpSpPr>
        <p:grpSpPr>
          <a:xfrm>
            <a:off x="13453188" y="2126043"/>
            <a:ext cx="1280305" cy="1344518"/>
            <a:chOff x="2322797" y="4819575"/>
            <a:chExt cx="514923" cy="540749"/>
          </a:xfrm>
        </p:grpSpPr>
        <p:sp>
          <p:nvSpPr>
            <p:cNvPr id="97" name="Google Shape;97;p9"/>
            <p:cNvSpPr/>
            <p:nvPr/>
          </p:nvSpPr>
          <p:spPr>
            <a:xfrm>
              <a:off x="2322797" y="4819575"/>
              <a:ext cx="420064" cy="540749"/>
            </a:xfrm>
            <a:custGeom>
              <a:rect b="b" l="l" r="r" t="t"/>
              <a:pathLst>
                <a:path extrusionOk="0" h="540749" w="420064">
                  <a:moveTo>
                    <a:pt x="376919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532120"/>
                  </a:lnTo>
                  <a:cubicBezTo>
                    <a:pt x="0" y="536887"/>
                    <a:pt x="3863" y="540749"/>
                    <a:pt x="8629" y="540749"/>
                  </a:cubicBezTo>
                  <a:lnTo>
                    <a:pt x="376919" y="540749"/>
                  </a:lnTo>
                  <a:cubicBezTo>
                    <a:pt x="400710" y="540749"/>
                    <a:pt x="420064" y="521395"/>
                    <a:pt x="420064" y="497604"/>
                  </a:cubicBezTo>
                  <a:lnTo>
                    <a:pt x="420064" y="43145"/>
                  </a:lnTo>
                  <a:cubicBezTo>
                    <a:pt x="420064" y="19354"/>
                    <a:pt x="400710" y="0"/>
                    <a:pt x="376919" y="0"/>
                  </a:cubicBezTo>
                  <a:close/>
                  <a:moveTo>
                    <a:pt x="402806" y="497604"/>
                  </a:moveTo>
                  <a:cubicBezTo>
                    <a:pt x="402806" y="511878"/>
                    <a:pt x="391194" y="523491"/>
                    <a:pt x="376919" y="523491"/>
                  </a:cubicBezTo>
                  <a:lnTo>
                    <a:pt x="17258" y="523491"/>
                  </a:lnTo>
                  <a:lnTo>
                    <a:pt x="17258" y="17258"/>
                  </a:lnTo>
                  <a:lnTo>
                    <a:pt x="376919" y="17258"/>
                  </a:lnTo>
                  <a:cubicBezTo>
                    <a:pt x="391194" y="17258"/>
                    <a:pt x="402806" y="28871"/>
                    <a:pt x="402806" y="43145"/>
                  </a:cubicBezTo>
                  <a:lnTo>
                    <a:pt x="402806" y="4976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2368818" y="4854090"/>
              <a:ext cx="17257" cy="368169"/>
            </a:xfrm>
            <a:custGeom>
              <a:rect b="b" l="l" r="r" t="t"/>
              <a:pathLst>
                <a:path extrusionOk="0" h="368169" w="17257">
                  <a:moveTo>
                    <a:pt x="0" y="8629"/>
                  </a:moveTo>
                  <a:lnTo>
                    <a:pt x="0" y="359541"/>
                  </a:lnTo>
                  <a:cubicBezTo>
                    <a:pt x="0" y="364307"/>
                    <a:pt x="3863" y="368170"/>
                    <a:pt x="8629" y="368170"/>
                  </a:cubicBezTo>
                  <a:cubicBezTo>
                    <a:pt x="13397" y="368167"/>
                    <a:pt x="17258" y="364306"/>
                    <a:pt x="17258" y="35954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2368818" y="5239518"/>
              <a:ext cx="17257" cy="86289"/>
            </a:xfrm>
            <a:custGeom>
              <a:rect b="b" l="l" r="r" t="t"/>
              <a:pathLst>
                <a:path extrusionOk="0" h="86289" w="17257">
                  <a:moveTo>
                    <a:pt x="0" y="8629"/>
                  </a:moveTo>
                  <a:lnTo>
                    <a:pt x="0" y="77661"/>
                  </a:lnTo>
                  <a:cubicBezTo>
                    <a:pt x="0" y="82427"/>
                    <a:pt x="3863" y="86290"/>
                    <a:pt x="8629" y="86290"/>
                  </a:cubicBezTo>
                  <a:cubicBezTo>
                    <a:pt x="13397" y="86287"/>
                    <a:pt x="17258" y="82426"/>
                    <a:pt x="17258" y="7766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2449355" y="4900112"/>
              <a:ext cx="212968" cy="120805"/>
            </a:xfrm>
            <a:custGeom>
              <a:rect b="b" l="l" r="r" t="t"/>
              <a:pathLst>
                <a:path extrusionOk="0" h="120805" w="212968">
                  <a:moveTo>
                    <a:pt x="204340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112177"/>
                  </a:lnTo>
                  <a:cubicBezTo>
                    <a:pt x="0" y="116943"/>
                    <a:pt x="3863" y="120806"/>
                    <a:pt x="8629" y="120806"/>
                  </a:cubicBezTo>
                  <a:lnTo>
                    <a:pt x="204340" y="120806"/>
                  </a:lnTo>
                  <a:cubicBezTo>
                    <a:pt x="209105" y="120806"/>
                    <a:pt x="212969" y="116943"/>
                    <a:pt x="212969" y="112177"/>
                  </a:cubicBezTo>
                  <a:lnTo>
                    <a:pt x="212969" y="8629"/>
                  </a:lnTo>
                  <a:cubicBezTo>
                    <a:pt x="212969" y="3862"/>
                    <a:pt x="209105" y="0"/>
                    <a:pt x="204340" y="0"/>
                  </a:cubicBezTo>
                  <a:close/>
                  <a:moveTo>
                    <a:pt x="195711" y="103548"/>
                  </a:moveTo>
                  <a:lnTo>
                    <a:pt x="17258" y="103548"/>
                  </a:lnTo>
                  <a:lnTo>
                    <a:pt x="17258" y="17258"/>
                  </a:lnTo>
                  <a:lnTo>
                    <a:pt x="195711" y="17258"/>
                  </a:lnTo>
                  <a:lnTo>
                    <a:pt x="195711" y="1035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2483871" y="4934627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483871" y="4969143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2774441" y="4903223"/>
              <a:ext cx="63279" cy="457100"/>
            </a:xfrm>
            <a:custGeom>
              <a:rect b="b" l="l" r="r" t="t"/>
              <a:pathLst>
                <a:path extrusionOk="0" h="457100" w="63279">
                  <a:moveTo>
                    <a:pt x="63235" y="63120"/>
                  </a:moveTo>
                  <a:cubicBezTo>
                    <a:pt x="63215" y="62909"/>
                    <a:pt x="63178" y="62700"/>
                    <a:pt x="63142" y="62493"/>
                  </a:cubicBezTo>
                  <a:cubicBezTo>
                    <a:pt x="63130" y="62423"/>
                    <a:pt x="63124" y="62353"/>
                    <a:pt x="63110" y="62283"/>
                  </a:cubicBezTo>
                  <a:cubicBezTo>
                    <a:pt x="63058" y="62024"/>
                    <a:pt x="62993" y="61771"/>
                    <a:pt x="62919" y="61521"/>
                  </a:cubicBezTo>
                  <a:cubicBezTo>
                    <a:pt x="62913" y="61502"/>
                    <a:pt x="62910" y="61483"/>
                    <a:pt x="62904" y="61464"/>
                  </a:cubicBezTo>
                  <a:cubicBezTo>
                    <a:pt x="62812" y="61162"/>
                    <a:pt x="62705" y="60868"/>
                    <a:pt x="62582" y="60581"/>
                  </a:cubicBezTo>
                  <a:lnTo>
                    <a:pt x="39607" y="5317"/>
                  </a:lnTo>
                  <a:cubicBezTo>
                    <a:pt x="38269" y="2097"/>
                    <a:pt x="35125" y="0"/>
                    <a:pt x="31640" y="0"/>
                  </a:cubicBezTo>
                  <a:cubicBezTo>
                    <a:pt x="28155" y="0"/>
                    <a:pt x="25010" y="2097"/>
                    <a:pt x="23672" y="5317"/>
                  </a:cubicBezTo>
                  <a:lnTo>
                    <a:pt x="697" y="60581"/>
                  </a:lnTo>
                  <a:cubicBezTo>
                    <a:pt x="574" y="60868"/>
                    <a:pt x="467" y="61162"/>
                    <a:pt x="375" y="61464"/>
                  </a:cubicBezTo>
                  <a:cubicBezTo>
                    <a:pt x="369" y="61483"/>
                    <a:pt x="366" y="61502"/>
                    <a:pt x="360" y="61521"/>
                  </a:cubicBezTo>
                  <a:cubicBezTo>
                    <a:pt x="286" y="61771"/>
                    <a:pt x="221" y="62024"/>
                    <a:pt x="169" y="62283"/>
                  </a:cubicBezTo>
                  <a:cubicBezTo>
                    <a:pt x="155" y="62353"/>
                    <a:pt x="150" y="62423"/>
                    <a:pt x="137" y="62493"/>
                  </a:cubicBezTo>
                  <a:cubicBezTo>
                    <a:pt x="101" y="62700"/>
                    <a:pt x="64" y="62909"/>
                    <a:pt x="44" y="63120"/>
                  </a:cubicBezTo>
                  <a:cubicBezTo>
                    <a:pt x="15" y="63406"/>
                    <a:pt x="0" y="63692"/>
                    <a:pt x="0" y="63980"/>
                  </a:cubicBezTo>
                  <a:lnTo>
                    <a:pt x="0" y="431214"/>
                  </a:lnTo>
                  <a:cubicBezTo>
                    <a:pt x="0" y="445487"/>
                    <a:pt x="11612" y="457101"/>
                    <a:pt x="25887" y="457101"/>
                  </a:cubicBezTo>
                  <a:lnTo>
                    <a:pt x="37392" y="457101"/>
                  </a:lnTo>
                  <a:cubicBezTo>
                    <a:pt x="51667" y="457101"/>
                    <a:pt x="63279" y="445487"/>
                    <a:pt x="63279" y="431214"/>
                  </a:cubicBezTo>
                  <a:lnTo>
                    <a:pt x="63279" y="63980"/>
                  </a:lnTo>
                  <a:cubicBezTo>
                    <a:pt x="63278" y="63692"/>
                    <a:pt x="63263" y="63405"/>
                    <a:pt x="63235" y="63120"/>
                  </a:cubicBezTo>
                  <a:close/>
                  <a:moveTo>
                    <a:pt x="37391" y="439843"/>
                  </a:moveTo>
                  <a:lnTo>
                    <a:pt x="25886" y="439843"/>
                  </a:lnTo>
                  <a:cubicBezTo>
                    <a:pt x="21127" y="439843"/>
                    <a:pt x="17257" y="435973"/>
                    <a:pt x="17257" y="431214"/>
                  </a:cubicBezTo>
                  <a:lnTo>
                    <a:pt x="17257" y="416832"/>
                  </a:lnTo>
                  <a:lnTo>
                    <a:pt x="46020" y="416832"/>
                  </a:lnTo>
                  <a:lnTo>
                    <a:pt x="46020" y="431214"/>
                  </a:lnTo>
                  <a:cubicBezTo>
                    <a:pt x="46020" y="435973"/>
                    <a:pt x="42150" y="439843"/>
                    <a:pt x="37391" y="439843"/>
                  </a:cubicBezTo>
                  <a:close/>
                  <a:moveTo>
                    <a:pt x="46020" y="72609"/>
                  </a:moveTo>
                  <a:lnTo>
                    <a:pt x="46020" y="399574"/>
                  </a:lnTo>
                  <a:lnTo>
                    <a:pt x="17257" y="399574"/>
                  </a:lnTo>
                  <a:lnTo>
                    <a:pt x="17257" y="72609"/>
                  </a:lnTo>
                  <a:lnTo>
                    <a:pt x="46020" y="72609"/>
                  </a:lnTo>
                  <a:close/>
                  <a:moveTo>
                    <a:pt x="21561" y="55351"/>
                  </a:moveTo>
                  <a:lnTo>
                    <a:pt x="31640" y="31109"/>
                  </a:lnTo>
                  <a:lnTo>
                    <a:pt x="41718" y="55351"/>
                  </a:lnTo>
                  <a:lnTo>
                    <a:pt x="21561" y="553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9"/>
          <p:cNvGrpSpPr/>
          <p:nvPr/>
        </p:nvGrpSpPr>
        <p:grpSpPr>
          <a:xfrm>
            <a:off x="17011135" y="2025280"/>
            <a:ext cx="1471556" cy="1748949"/>
            <a:chOff x="6825555" y="1935622"/>
            <a:chExt cx="495607" cy="589070"/>
          </a:xfrm>
        </p:grpSpPr>
        <p:sp>
          <p:nvSpPr>
            <p:cNvPr id="105" name="Google Shape;105;p9"/>
            <p:cNvSpPr/>
            <p:nvPr/>
          </p:nvSpPr>
          <p:spPr>
            <a:xfrm>
              <a:off x="6825555" y="1935622"/>
              <a:ext cx="495607" cy="589070"/>
            </a:xfrm>
            <a:custGeom>
              <a:rect b="b" l="l" r="r" t="t"/>
              <a:pathLst>
                <a:path extrusionOk="0" h="589070" w="495607">
                  <a:moveTo>
                    <a:pt x="490116" y="549925"/>
                  </a:moveTo>
                  <a:cubicBezTo>
                    <a:pt x="484212" y="544021"/>
                    <a:pt x="445029" y="504838"/>
                    <a:pt x="439157" y="498966"/>
                  </a:cubicBezTo>
                  <a:cubicBezTo>
                    <a:pt x="433989" y="493800"/>
                    <a:pt x="425090" y="492860"/>
                    <a:pt x="418555" y="499395"/>
                  </a:cubicBezTo>
                  <a:lnTo>
                    <a:pt x="406335" y="487498"/>
                  </a:lnTo>
                  <a:cubicBezTo>
                    <a:pt x="420816" y="470174"/>
                    <a:pt x="428714" y="448515"/>
                    <a:pt x="428714" y="425611"/>
                  </a:cubicBezTo>
                  <a:cubicBezTo>
                    <a:pt x="428714" y="389486"/>
                    <a:pt x="409052" y="357763"/>
                    <a:pt x="378961" y="341094"/>
                  </a:cubicBezTo>
                  <a:cubicBezTo>
                    <a:pt x="366010" y="319551"/>
                    <a:pt x="345528" y="310917"/>
                    <a:pt x="344634" y="310549"/>
                  </a:cubicBezTo>
                  <a:cubicBezTo>
                    <a:pt x="344577" y="310524"/>
                    <a:pt x="344520" y="310503"/>
                    <a:pt x="344464" y="310480"/>
                  </a:cubicBezTo>
                  <a:lnTo>
                    <a:pt x="243497" y="271378"/>
                  </a:lnTo>
                  <a:lnTo>
                    <a:pt x="243497" y="247876"/>
                  </a:lnTo>
                  <a:cubicBezTo>
                    <a:pt x="259515" y="235391"/>
                    <a:pt x="270631" y="216921"/>
                    <a:pt x="273458" y="195848"/>
                  </a:cubicBezTo>
                  <a:cubicBezTo>
                    <a:pt x="293147" y="194390"/>
                    <a:pt x="307441" y="178385"/>
                    <a:pt x="307441" y="159719"/>
                  </a:cubicBezTo>
                  <a:cubicBezTo>
                    <a:pt x="307441" y="151010"/>
                    <a:pt x="304307" y="142692"/>
                    <a:pt x="298719" y="136204"/>
                  </a:cubicBezTo>
                  <a:lnTo>
                    <a:pt x="298719" y="104950"/>
                  </a:lnTo>
                  <a:cubicBezTo>
                    <a:pt x="298721" y="47081"/>
                    <a:pt x="251641" y="0"/>
                    <a:pt x="193772" y="0"/>
                  </a:cubicBezTo>
                  <a:cubicBezTo>
                    <a:pt x="135903" y="0"/>
                    <a:pt x="88823" y="47081"/>
                    <a:pt x="88823" y="104950"/>
                  </a:cubicBezTo>
                  <a:lnTo>
                    <a:pt x="88823" y="137022"/>
                  </a:lnTo>
                  <a:cubicBezTo>
                    <a:pt x="83175" y="143446"/>
                    <a:pt x="80104" y="151343"/>
                    <a:pt x="80104" y="159718"/>
                  </a:cubicBezTo>
                  <a:cubicBezTo>
                    <a:pt x="80104" y="170239"/>
                    <a:pt x="84670" y="180202"/>
                    <a:pt x="92630" y="187047"/>
                  </a:cubicBezTo>
                  <a:cubicBezTo>
                    <a:pt x="98683" y="192253"/>
                    <a:pt x="106089" y="195252"/>
                    <a:pt x="114075" y="195844"/>
                  </a:cubicBezTo>
                  <a:cubicBezTo>
                    <a:pt x="116834" y="216625"/>
                    <a:pt x="127816" y="236074"/>
                    <a:pt x="145750" y="249132"/>
                  </a:cubicBezTo>
                  <a:lnTo>
                    <a:pt x="145750" y="271379"/>
                  </a:lnTo>
                  <a:lnTo>
                    <a:pt x="44891" y="310480"/>
                  </a:lnTo>
                  <a:cubicBezTo>
                    <a:pt x="44837" y="310501"/>
                    <a:pt x="44783" y="310522"/>
                    <a:pt x="44729" y="310545"/>
                  </a:cubicBezTo>
                  <a:cubicBezTo>
                    <a:pt x="42902" y="311295"/>
                    <a:pt x="0" y="329508"/>
                    <a:pt x="0" y="379609"/>
                  </a:cubicBezTo>
                  <a:lnTo>
                    <a:pt x="0" y="479245"/>
                  </a:lnTo>
                  <a:cubicBezTo>
                    <a:pt x="0" y="489053"/>
                    <a:pt x="7980" y="497033"/>
                    <a:pt x="17788" y="497033"/>
                  </a:cubicBezTo>
                  <a:cubicBezTo>
                    <a:pt x="34339" y="497033"/>
                    <a:pt x="257734" y="497033"/>
                    <a:pt x="266983" y="497033"/>
                  </a:cubicBezTo>
                  <a:cubicBezTo>
                    <a:pt x="279147" y="508124"/>
                    <a:pt x="293928" y="515925"/>
                    <a:pt x="310009" y="519676"/>
                  </a:cubicBezTo>
                  <a:cubicBezTo>
                    <a:pt x="314644" y="520759"/>
                    <a:pt x="319287" y="517876"/>
                    <a:pt x="320368" y="513234"/>
                  </a:cubicBezTo>
                  <a:cubicBezTo>
                    <a:pt x="321451" y="508594"/>
                    <a:pt x="318567" y="503956"/>
                    <a:pt x="313927" y="502875"/>
                  </a:cubicBezTo>
                  <a:cubicBezTo>
                    <a:pt x="278522" y="494618"/>
                    <a:pt x="252729" y="463008"/>
                    <a:pt x="252729" y="425611"/>
                  </a:cubicBezTo>
                  <a:cubicBezTo>
                    <a:pt x="252729" y="408646"/>
                    <a:pt x="258097" y="392192"/>
                    <a:pt x="268080" y="378613"/>
                  </a:cubicBezTo>
                  <a:cubicBezTo>
                    <a:pt x="313787" y="316439"/>
                    <a:pt x="411462" y="349805"/>
                    <a:pt x="411462" y="425611"/>
                  </a:cubicBezTo>
                  <a:cubicBezTo>
                    <a:pt x="411462" y="446849"/>
                    <a:pt x="403217" y="466790"/>
                    <a:pt x="388244" y="481760"/>
                  </a:cubicBezTo>
                  <a:cubicBezTo>
                    <a:pt x="377789" y="492216"/>
                    <a:pt x="364655" y="499517"/>
                    <a:pt x="350263" y="502873"/>
                  </a:cubicBezTo>
                  <a:cubicBezTo>
                    <a:pt x="345622" y="503955"/>
                    <a:pt x="342738" y="508595"/>
                    <a:pt x="343821" y="513233"/>
                  </a:cubicBezTo>
                  <a:cubicBezTo>
                    <a:pt x="344902" y="517874"/>
                    <a:pt x="349550" y="520759"/>
                    <a:pt x="354180" y="519675"/>
                  </a:cubicBezTo>
                  <a:cubicBezTo>
                    <a:pt x="368933" y="516233"/>
                    <a:pt x="382592" y="509380"/>
                    <a:pt x="394144" y="499707"/>
                  </a:cubicBezTo>
                  <a:lnTo>
                    <a:pt x="406352" y="511594"/>
                  </a:lnTo>
                  <a:cubicBezTo>
                    <a:pt x="399573" y="518376"/>
                    <a:pt x="400583" y="527221"/>
                    <a:pt x="405740" y="532381"/>
                  </a:cubicBezTo>
                  <a:lnTo>
                    <a:pt x="457108" y="583748"/>
                  </a:lnTo>
                  <a:cubicBezTo>
                    <a:pt x="464208" y="590845"/>
                    <a:pt x="475753" y="590844"/>
                    <a:pt x="482853" y="583748"/>
                  </a:cubicBezTo>
                  <a:lnTo>
                    <a:pt x="490114" y="576487"/>
                  </a:lnTo>
                  <a:cubicBezTo>
                    <a:pt x="497438" y="569165"/>
                    <a:pt x="497438" y="557249"/>
                    <a:pt x="490116" y="549925"/>
                  </a:cubicBezTo>
                  <a:close/>
                  <a:moveTo>
                    <a:pt x="261371" y="296801"/>
                  </a:moveTo>
                  <a:lnTo>
                    <a:pt x="236691" y="346264"/>
                  </a:lnTo>
                  <a:cubicBezTo>
                    <a:pt x="236380" y="346044"/>
                    <a:pt x="210830" y="327896"/>
                    <a:pt x="207115" y="325256"/>
                  </a:cubicBezTo>
                  <a:cubicBezTo>
                    <a:pt x="224695" y="303556"/>
                    <a:pt x="220103" y="309223"/>
                    <a:pt x="237619" y="287602"/>
                  </a:cubicBezTo>
                  <a:lnTo>
                    <a:pt x="261371" y="296801"/>
                  </a:lnTo>
                  <a:close/>
                  <a:moveTo>
                    <a:pt x="211405" y="349466"/>
                  </a:moveTo>
                  <a:lnTo>
                    <a:pt x="205103" y="358953"/>
                  </a:lnTo>
                  <a:lnTo>
                    <a:pt x="184204" y="358953"/>
                  </a:lnTo>
                  <a:lnTo>
                    <a:pt x="177902" y="349466"/>
                  </a:lnTo>
                  <a:lnTo>
                    <a:pt x="194653" y="337570"/>
                  </a:lnTo>
                  <a:lnTo>
                    <a:pt x="211405" y="349466"/>
                  </a:lnTo>
                  <a:close/>
                  <a:moveTo>
                    <a:pt x="163002" y="274163"/>
                  </a:moveTo>
                  <a:lnTo>
                    <a:pt x="163002" y="258656"/>
                  </a:lnTo>
                  <a:cubicBezTo>
                    <a:pt x="172656" y="262508"/>
                    <a:pt x="183613" y="264636"/>
                    <a:pt x="194800" y="264636"/>
                  </a:cubicBezTo>
                  <a:cubicBezTo>
                    <a:pt x="205625" y="264636"/>
                    <a:pt x="216302" y="262437"/>
                    <a:pt x="226248" y="258136"/>
                  </a:cubicBezTo>
                  <a:lnTo>
                    <a:pt x="226248" y="274232"/>
                  </a:lnTo>
                  <a:lnTo>
                    <a:pt x="194655" y="313233"/>
                  </a:lnTo>
                  <a:lnTo>
                    <a:pt x="163002" y="274163"/>
                  </a:lnTo>
                  <a:close/>
                  <a:moveTo>
                    <a:pt x="274190" y="178385"/>
                  </a:moveTo>
                  <a:lnTo>
                    <a:pt x="274190" y="141054"/>
                  </a:lnTo>
                  <a:cubicBezTo>
                    <a:pt x="295302" y="144708"/>
                    <a:pt x="295573" y="174689"/>
                    <a:pt x="274190" y="178385"/>
                  </a:cubicBezTo>
                  <a:close/>
                  <a:moveTo>
                    <a:pt x="113357" y="178385"/>
                  </a:moveTo>
                  <a:cubicBezTo>
                    <a:pt x="103807" y="176737"/>
                    <a:pt x="97357" y="168810"/>
                    <a:pt x="97357" y="159719"/>
                  </a:cubicBezTo>
                  <a:cubicBezTo>
                    <a:pt x="97357" y="150867"/>
                    <a:pt x="104642" y="143601"/>
                    <a:pt x="113357" y="141498"/>
                  </a:cubicBezTo>
                  <a:lnTo>
                    <a:pt x="113357" y="178385"/>
                  </a:lnTo>
                  <a:close/>
                  <a:moveTo>
                    <a:pt x="113847" y="123891"/>
                  </a:moveTo>
                  <a:cubicBezTo>
                    <a:pt x="111256" y="124198"/>
                    <a:pt x="108279" y="124898"/>
                    <a:pt x="106075" y="125631"/>
                  </a:cubicBezTo>
                  <a:lnTo>
                    <a:pt x="106075" y="104950"/>
                  </a:lnTo>
                  <a:cubicBezTo>
                    <a:pt x="106075" y="56593"/>
                    <a:pt x="145415" y="17253"/>
                    <a:pt x="193771" y="17253"/>
                  </a:cubicBezTo>
                  <a:cubicBezTo>
                    <a:pt x="242127" y="17253"/>
                    <a:pt x="281467" y="56593"/>
                    <a:pt x="281467" y="104950"/>
                  </a:cubicBezTo>
                  <a:lnTo>
                    <a:pt x="281467" y="125059"/>
                  </a:lnTo>
                  <a:cubicBezTo>
                    <a:pt x="279115" y="124360"/>
                    <a:pt x="276682" y="123890"/>
                    <a:pt x="274188" y="123659"/>
                  </a:cubicBezTo>
                  <a:cubicBezTo>
                    <a:pt x="274188" y="115626"/>
                    <a:pt x="273791" y="116654"/>
                    <a:pt x="247526" y="88425"/>
                  </a:cubicBezTo>
                  <a:cubicBezTo>
                    <a:pt x="242520" y="83046"/>
                    <a:pt x="234354" y="81969"/>
                    <a:pt x="228100" y="86056"/>
                  </a:cubicBezTo>
                  <a:cubicBezTo>
                    <a:pt x="198678" y="105277"/>
                    <a:pt x="162790" y="114931"/>
                    <a:pt x="129672" y="112555"/>
                  </a:cubicBezTo>
                  <a:cubicBezTo>
                    <a:pt x="122371" y="111984"/>
                    <a:pt x="115690" y="116807"/>
                    <a:pt x="113847" y="123891"/>
                  </a:cubicBezTo>
                  <a:close/>
                  <a:moveTo>
                    <a:pt x="130612" y="185244"/>
                  </a:moveTo>
                  <a:cubicBezTo>
                    <a:pt x="130612" y="178707"/>
                    <a:pt x="130612" y="135535"/>
                    <a:pt x="130612" y="129904"/>
                  </a:cubicBezTo>
                  <a:cubicBezTo>
                    <a:pt x="166439" y="131958"/>
                    <a:pt x="204641" y="121541"/>
                    <a:pt x="236075" y="101446"/>
                  </a:cubicBezTo>
                  <a:cubicBezTo>
                    <a:pt x="248217" y="114485"/>
                    <a:pt x="254769" y="121295"/>
                    <a:pt x="256936" y="123941"/>
                  </a:cubicBezTo>
                  <a:cubicBezTo>
                    <a:pt x="256936" y="196313"/>
                    <a:pt x="256948" y="183647"/>
                    <a:pt x="256916" y="186060"/>
                  </a:cubicBezTo>
                  <a:cubicBezTo>
                    <a:pt x="255817" y="222481"/>
                    <a:pt x="226838" y="247383"/>
                    <a:pt x="194798" y="247383"/>
                  </a:cubicBezTo>
                  <a:cubicBezTo>
                    <a:pt x="156202" y="247382"/>
                    <a:pt x="130612" y="217404"/>
                    <a:pt x="130612" y="185244"/>
                  </a:cubicBezTo>
                  <a:close/>
                  <a:moveTo>
                    <a:pt x="151644" y="287620"/>
                  </a:moveTo>
                  <a:lnTo>
                    <a:pt x="182156" y="325282"/>
                  </a:lnTo>
                  <a:cubicBezTo>
                    <a:pt x="178769" y="327688"/>
                    <a:pt x="155289" y="344365"/>
                    <a:pt x="152613" y="346266"/>
                  </a:cubicBezTo>
                  <a:lnTo>
                    <a:pt x="127933" y="296802"/>
                  </a:lnTo>
                  <a:lnTo>
                    <a:pt x="151644" y="287620"/>
                  </a:lnTo>
                  <a:close/>
                  <a:moveTo>
                    <a:pt x="84282" y="479780"/>
                  </a:moveTo>
                  <a:lnTo>
                    <a:pt x="84282" y="395040"/>
                  </a:lnTo>
                  <a:cubicBezTo>
                    <a:pt x="84282" y="390275"/>
                    <a:pt x="80421" y="386413"/>
                    <a:pt x="75655" y="386413"/>
                  </a:cubicBezTo>
                  <a:cubicBezTo>
                    <a:pt x="70890" y="386413"/>
                    <a:pt x="67029" y="390275"/>
                    <a:pt x="67029" y="395040"/>
                  </a:cubicBezTo>
                  <a:lnTo>
                    <a:pt x="67029" y="479780"/>
                  </a:lnTo>
                  <a:lnTo>
                    <a:pt x="17789" y="479780"/>
                  </a:lnTo>
                  <a:cubicBezTo>
                    <a:pt x="17495" y="479780"/>
                    <a:pt x="17254" y="479539"/>
                    <a:pt x="17254" y="479245"/>
                  </a:cubicBezTo>
                  <a:lnTo>
                    <a:pt x="17254" y="379609"/>
                  </a:lnTo>
                  <a:cubicBezTo>
                    <a:pt x="17254" y="341660"/>
                    <a:pt x="49277" y="327362"/>
                    <a:pt x="51240" y="326524"/>
                  </a:cubicBezTo>
                  <a:lnTo>
                    <a:pt x="111773" y="303056"/>
                  </a:lnTo>
                  <a:lnTo>
                    <a:pt x="138364" y="356350"/>
                  </a:lnTo>
                  <a:cubicBezTo>
                    <a:pt x="138364" y="356351"/>
                    <a:pt x="138365" y="356351"/>
                    <a:pt x="138365" y="356352"/>
                  </a:cubicBezTo>
                  <a:cubicBezTo>
                    <a:pt x="140322" y="360272"/>
                    <a:pt x="143883" y="363129"/>
                    <a:pt x="148132" y="364191"/>
                  </a:cubicBezTo>
                  <a:cubicBezTo>
                    <a:pt x="155616" y="366066"/>
                    <a:pt x="160232" y="362016"/>
                    <a:pt x="163828" y="359462"/>
                  </a:cubicBezTo>
                  <a:lnTo>
                    <a:pt x="170503" y="369509"/>
                  </a:lnTo>
                  <a:lnTo>
                    <a:pt x="151840" y="479780"/>
                  </a:lnTo>
                  <a:lnTo>
                    <a:pt x="84282" y="479780"/>
                  </a:lnTo>
                  <a:close/>
                  <a:moveTo>
                    <a:pt x="252027" y="479780"/>
                  </a:moveTo>
                  <a:lnTo>
                    <a:pt x="237468" y="479780"/>
                  </a:lnTo>
                  <a:lnTo>
                    <a:pt x="232036" y="447695"/>
                  </a:lnTo>
                  <a:cubicBezTo>
                    <a:pt x="231243" y="442999"/>
                    <a:pt x="226804" y="439835"/>
                    <a:pt x="222092" y="440630"/>
                  </a:cubicBezTo>
                  <a:cubicBezTo>
                    <a:pt x="217395" y="441425"/>
                    <a:pt x="214232" y="445878"/>
                    <a:pt x="215027" y="450574"/>
                  </a:cubicBezTo>
                  <a:lnTo>
                    <a:pt x="219971" y="479779"/>
                  </a:lnTo>
                  <a:lnTo>
                    <a:pt x="169338" y="479779"/>
                  </a:lnTo>
                  <a:lnTo>
                    <a:pt x="186869" y="376205"/>
                  </a:lnTo>
                  <a:lnTo>
                    <a:pt x="202440" y="376205"/>
                  </a:lnTo>
                  <a:lnTo>
                    <a:pt x="208215" y="410318"/>
                  </a:lnTo>
                  <a:cubicBezTo>
                    <a:pt x="209009" y="415014"/>
                    <a:pt x="213455" y="418185"/>
                    <a:pt x="218160" y="417383"/>
                  </a:cubicBezTo>
                  <a:cubicBezTo>
                    <a:pt x="222858" y="416588"/>
                    <a:pt x="226020" y="412135"/>
                    <a:pt x="225225" y="407438"/>
                  </a:cubicBezTo>
                  <a:lnTo>
                    <a:pt x="218807" y="369507"/>
                  </a:lnTo>
                  <a:lnTo>
                    <a:pt x="225481" y="359461"/>
                  </a:lnTo>
                  <a:lnTo>
                    <a:pt x="228873" y="361869"/>
                  </a:lnTo>
                  <a:cubicBezTo>
                    <a:pt x="236369" y="367194"/>
                    <a:pt x="246843" y="364565"/>
                    <a:pt x="250944" y="356347"/>
                  </a:cubicBezTo>
                  <a:lnTo>
                    <a:pt x="277533" y="303056"/>
                  </a:lnTo>
                  <a:lnTo>
                    <a:pt x="338126" y="326521"/>
                  </a:lnTo>
                  <a:cubicBezTo>
                    <a:pt x="338508" y="326687"/>
                    <a:pt x="340724" y="327670"/>
                    <a:pt x="343858" y="329613"/>
                  </a:cubicBezTo>
                  <a:cubicBezTo>
                    <a:pt x="260421" y="319244"/>
                    <a:pt x="206588" y="413137"/>
                    <a:pt x="252027" y="479780"/>
                  </a:cubicBezTo>
                  <a:close/>
                  <a:moveTo>
                    <a:pt x="427758" y="529994"/>
                  </a:moveTo>
                  <a:lnTo>
                    <a:pt x="420058" y="522294"/>
                  </a:lnTo>
                  <a:lnTo>
                    <a:pt x="429073" y="513280"/>
                  </a:lnTo>
                  <a:lnTo>
                    <a:pt x="436771" y="520979"/>
                  </a:lnTo>
                  <a:lnTo>
                    <a:pt x="427758" y="529994"/>
                  </a:lnTo>
                  <a:close/>
                  <a:moveTo>
                    <a:pt x="450088" y="552322"/>
                  </a:moveTo>
                  <a:lnTo>
                    <a:pt x="439959" y="542192"/>
                  </a:lnTo>
                  <a:lnTo>
                    <a:pt x="448971" y="533177"/>
                  </a:lnTo>
                  <a:lnTo>
                    <a:pt x="459103" y="543308"/>
                  </a:lnTo>
                  <a:lnTo>
                    <a:pt x="450088" y="552322"/>
                  </a:lnTo>
                  <a:close/>
                  <a:moveTo>
                    <a:pt x="477918" y="564287"/>
                  </a:moveTo>
                  <a:lnTo>
                    <a:pt x="470657" y="571548"/>
                  </a:lnTo>
                  <a:cubicBezTo>
                    <a:pt x="470300" y="571907"/>
                    <a:pt x="469671" y="571909"/>
                    <a:pt x="469314" y="571548"/>
                  </a:cubicBezTo>
                  <a:lnTo>
                    <a:pt x="462288" y="564523"/>
                  </a:lnTo>
                  <a:lnTo>
                    <a:pt x="471302" y="555509"/>
                  </a:lnTo>
                  <a:lnTo>
                    <a:pt x="477918" y="562126"/>
                  </a:lnTo>
                  <a:cubicBezTo>
                    <a:pt x="478495" y="562702"/>
                    <a:pt x="478495" y="563712"/>
                    <a:pt x="477918" y="5642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7092214" y="2295795"/>
              <a:ext cx="130874" cy="130876"/>
            </a:xfrm>
            <a:custGeom>
              <a:rect b="b" l="l" r="r" t="t"/>
              <a:pathLst>
                <a:path extrusionOk="0" h="130876" w="130874">
                  <a:moveTo>
                    <a:pt x="65438" y="0"/>
                  </a:moveTo>
                  <a:cubicBezTo>
                    <a:pt x="29355" y="0"/>
                    <a:pt x="0" y="29355"/>
                    <a:pt x="0" y="65438"/>
                  </a:cubicBezTo>
                  <a:cubicBezTo>
                    <a:pt x="0" y="101520"/>
                    <a:pt x="29355" y="130876"/>
                    <a:pt x="65438" y="130876"/>
                  </a:cubicBezTo>
                  <a:cubicBezTo>
                    <a:pt x="101520" y="130876"/>
                    <a:pt x="130875" y="101520"/>
                    <a:pt x="130875" y="65438"/>
                  </a:cubicBezTo>
                  <a:cubicBezTo>
                    <a:pt x="130875" y="29355"/>
                    <a:pt x="101520" y="0"/>
                    <a:pt x="65438" y="0"/>
                  </a:cubicBezTo>
                  <a:close/>
                  <a:moveTo>
                    <a:pt x="65438" y="113623"/>
                  </a:moveTo>
                  <a:cubicBezTo>
                    <a:pt x="38869" y="113623"/>
                    <a:pt x="17253" y="92007"/>
                    <a:pt x="17253" y="65438"/>
                  </a:cubicBezTo>
                  <a:cubicBezTo>
                    <a:pt x="17253" y="38868"/>
                    <a:pt x="38869" y="17253"/>
                    <a:pt x="65438" y="17253"/>
                  </a:cubicBezTo>
                  <a:cubicBezTo>
                    <a:pt x="92006" y="17253"/>
                    <a:pt x="113622" y="38868"/>
                    <a:pt x="113622" y="65438"/>
                  </a:cubicBezTo>
                  <a:cubicBezTo>
                    <a:pt x="113622" y="92007"/>
                    <a:pt x="92006" y="113623"/>
                    <a:pt x="65438" y="1136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9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594550" y="230775"/>
            <a:ext cx="131790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000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6th</a:t>
            </a:r>
            <a:r>
              <a:rPr b="0" i="0" lang="en-US" sz="5000" u="none" cap="none" strike="noStrike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week: </a:t>
            </a:r>
            <a:r>
              <a:rPr lang="en-US" sz="4800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Sampling Coordination</a:t>
            </a:r>
            <a:endParaRPr sz="4600">
              <a:solidFill>
                <a:srgbClr val="44B048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772100" y="3231025"/>
            <a:ext cx="618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691050" y="2192763"/>
            <a:ext cx="18879000" cy="6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74E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Activites:</a:t>
            </a:r>
            <a:endParaRPr b="0" i="0" sz="20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➢"/>
            </a:pPr>
            <a:r>
              <a:rPr lang="en-US" sz="2500">
                <a:latin typeface="Montserrat"/>
                <a:ea typeface="Montserrat"/>
                <a:cs typeface="Montserrat"/>
                <a:sym typeface="Montserrat"/>
              </a:rPr>
              <a:t>Maintain regular communication with all vendors to track progress and updates.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➢"/>
            </a:pPr>
            <a:r>
              <a:rPr lang="en-US" sz="2500">
                <a:latin typeface="Montserrat"/>
                <a:ea typeface="Montserrat"/>
                <a:cs typeface="Montserrat"/>
                <a:sym typeface="Montserrat"/>
              </a:rPr>
              <a:t>Conduct research on packaging requirements, including compliance and labeling needs.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74E1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74E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Deliverables:</a:t>
            </a:r>
            <a:endParaRPr sz="3000">
              <a:solidFill>
                <a:srgbClr val="274E1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➢"/>
            </a:pP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Packaging mockup 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➢"/>
            </a:pP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 details printed in the packaging.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2" name="Google Shape;112;p9"/>
          <p:cNvCxnSpPr/>
          <p:nvPr/>
        </p:nvCxnSpPr>
        <p:spPr>
          <a:xfrm>
            <a:off x="760438" y="1897452"/>
            <a:ext cx="19179300" cy="4800"/>
          </a:xfrm>
          <a:prstGeom prst="straightConnector1">
            <a:avLst/>
          </a:prstGeom>
          <a:noFill/>
          <a:ln cap="flat" cmpd="sng" w="1143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75700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0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0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120" name="Google Shape;12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0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2" name="Google Shape;122;p10" title="Screenshot 2025-12-22 at 20.10.0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0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125" name="Google Shape;125;p10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0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0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0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0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0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10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0"/>
          <p:cNvGrpSpPr/>
          <p:nvPr/>
        </p:nvGrpSpPr>
        <p:grpSpPr>
          <a:xfrm>
            <a:off x="316754" y="1663829"/>
            <a:ext cx="971433" cy="837067"/>
            <a:chOff x="3020453" y="5839524"/>
            <a:chExt cx="375114" cy="375114"/>
          </a:xfrm>
        </p:grpSpPr>
        <p:sp>
          <p:nvSpPr>
            <p:cNvPr id="145" name="Google Shape;145;p10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0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0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0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0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0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0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760450" y="2247488"/>
            <a:ext cx="4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1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5" name="Google Shape;165;p1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514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6" name="Google Shape;166;p1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7" name="Google Shape;167;p10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" name="Google Shape;168;p10"/>
          <p:cNvSpPr txBox="1"/>
          <p:nvPr/>
        </p:nvSpPr>
        <p:spPr>
          <a:xfrm>
            <a:off x="457200" y="425950"/>
            <a:ext cx="19345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000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Sample Tracker</a:t>
            </a:r>
            <a:endParaRPr b="0" i="0" sz="5000" u="none" cap="none" strike="noStrike">
              <a:solidFill>
                <a:srgbClr val="44B048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aphicFrame>
        <p:nvGraphicFramePr>
          <p:cNvPr id="169" name="Google Shape;169;p10"/>
          <p:cNvGraphicFramePr/>
          <p:nvPr/>
        </p:nvGraphicFramePr>
        <p:xfrm>
          <a:off x="426600" y="396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{080EDCD8-A3A5-4361-9888-B7919BDA4631}</a:tableStyleId>
              </a:tblPr>
              <a:tblGrid>
                <a:gridCol w="3232975"/>
                <a:gridCol w="997200"/>
                <a:gridCol w="1606025"/>
                <a:gridCol w="1815925"/>
                <a:gridCol w="2109825"/>
                <a:gridCol w="2067825"/>
                <a:gridCol w="1200700"/>
                <a:gridCol w="1937800"/>
                <a:gridCol w="1478200"/>
                <a:gridCol w="1407125"/>
                <a:gridCol w="1397300"/>
              </a:tblGrid>
              <a:tr h="993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VENDOR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MOQ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SAMPLE FEE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SAMPLE LEAD TIME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PROFORMA INVOICE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STATUS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Quantity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Date Payment Made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CNY Closure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Estimated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Finish Date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2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Shipping Method</a:t>
                      </a:r>
                      <a:endParaRPr b="1" sz="1900">
                        <a:solidFill>
                          <a:srgbClr val="FFF2C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</a:tr>
              <a:tr h="134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Shenzhen Funxim Innovation Technology Co., Ltd.</a:t>
                      </a:r>
                      <a:endParaRPr b="1"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1000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$500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 days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8"/>
                        </a:rPr>
                        <a:t>PI</a:t>
                      </a:r>
                      <a:endParaRPr b="1" sz="1900" u="sng">
                        <a:solidFill>
                          <a:schemeClr val="hlink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9"/>
                        </a:rPr>
                        <a:t>PAYMENT CONFIRMED</a:t>
                      </a:r>
                      <a:endParaRPr b="1" sz="1900" u="sng">
                        <a:solidFill>
                          <a:schemeClr val="hlink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01/29/2026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02/08-02/24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03/15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AIR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5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Abc (shenzhen) Electronics Co., Ltd</a:t>
                      </a:r>
                      <a:endParaRPr b="1"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1000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$800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10 - 15 days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10"/>
                        </a:rPr>
                        <a:t>PI</a:t>
                      </a:r>
                      <a:endParaRPr b="1" sz="1900" u="sng">
                        <a:solidFill>
                          <a:schemeClr val="hlink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11"/>
                        </a:rPr>
                        <a:t>PAYMENT CONFIRMED</a:t>
                      </a:r>
                      <a:endParaRPr b="1" sz="1900" u="sng">
                        <a:solidFill>
                          <a:schemeClr val="hlink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01/29/2026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02/10-02/26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03/15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AIR</a:t>
                      </a:r>
                      <a:endParaRPr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0" name="Google Shape;170;p10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171" name="Google Shape;171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0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3" name="Google Shape;173;p10" title="Screenshot 2025-12-22 at 20.10.0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77750" y="11753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1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1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182" name="Google Shape;182;p11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1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11"/>
          <p:cNvGrpSpPr/>
          <p:nvPr/>
        </p:nvGrpSpPr>
        <p:grpSpPr>
          <a:xfrm>
            <a:off x="316754" y="1663829"/>
            <a:ext cx="971433" cy="837067"/>
            <a:chOff x="3020453" y="5839524"/>
            <a:chExt cx="375114" cy="375114"/>
          </a:xfrm>
        </p:grpSpPr>
        <p:sp>
          <p:nvSpPr>
            <p:cNvPr id="202" name="Google Shape;202;p11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1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1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760450" y="2247488"/>
            <a:ext cx="4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1" name="Google Shape;221;p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2" name="Google Shape;222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514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3" name="Google Shape;223;p1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4" name="Google Shape;224;p11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5" name="Google Shape;225;p11"/>
          <p:cNvSpPr txBox="1"/>
          <p:nvPr/>
        </p:nvSpPr>
        <p:spPr>
          <a:xfrm>
            <a:off x="457200" y="479800"/>
            <a:ext cx="1308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000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PACKAGING REQUIREMENTS</a:t>
            </a:r>
            <a:endParaRPr b="0" i="0" sz="5000" u="none" cap="none" strike="noStrike">
              <a:solidFill>
                <a:srgbClr val="44B048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476250" y="1743538"/>
            <a:ext cx="1887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3000"/>
              <a:buFont typeface="Montserrat ExtraBold"/>
              <a:buChar char="●"/>
            </a:pPr>
            <a:r>
              <a:rPr lang="en-US" sz="3000">
                <a:solidFill>
                  <a:srgbClr val="274E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Product model number, name, and serial number: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" name="Google Shape;22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300" y="2699475"/>
            <a:ext cx="9329875" cy="28459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30800" y="2699475"/>
            <a:ext cx="8779250" cy="29361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11"/>
          <p:cNvSpPr txBox="1"/>
          <p:nvPr/>
        </p:nvSpPr>
        <p:spPr>
          <a:xfrm>
            <a:off x="760450" y="5657875"/>
            <a:ext cx="1887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3000"/>
              <a:buFont typeface="Montserrat ExtraBold"/>
              <a:buChar char="●"/>
            </a:pPr>
            <a:r>
              <a:rPr lang="en-US" sz="3000">
                <a:solidFill>
                  <a:srgbClr val="274E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Electrical characteristics (e.g., current, voltage, frequency): 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0" name="Google Shape;230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30800" y="6594400"/>
            <a:ext cx="8939249" cy="3453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0300" y="6594400"/>
            <a:ext cx="9329875" cy="3453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32" name="Google Shape;232;p11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233" name="Google Shape;233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11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5" name="Google Shape;235;p11" title="Screenshot 2025-12-22 at 20.10.05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77750" y="11753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2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12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244" name="Google Shape;244;p12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2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2" name="Google Shape;2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2"/>
          <p:cNvGrpSpPr/>
          <p:nvPr/>
        </p:nvGrpSpPr>
        <p:grpSpPr>
          <a:xfrm>
            <a:off x="316754" y="1663829"/>
            <a:ext cx="971433" cy="837067"/>
            <a:chOff x="3020453" y="5839524"/>
            <a:chExt cx="375114" cy="375114"/>
          </a:xfrm>
        </p:grpSpPr>
        <p:sp>
          <p:nvSpPr>
            <p:cNvPr id="264" name="Google Shape;264;p12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2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760450" y="2247488"/>
            <a:ext cx="4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2" name="Google Shape;282;p1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3" name="Google Shape;283;p12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514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4" name="Google Shape;284;p12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5" name="Google Shape;285;p12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6" name="Google Shape;286;p12"/>
          <p:cNvSpPr txBox="1"/>
          <p:nvPr/>
        </p:nvSpPr>
        <p:spPr>
          <a:xfrm>
            <a:off x="457200" y="425950"/>
            <a:ext cx="10593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000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PACKAGING REQUIREMENTS</a:t>
            </a:r>
            <a:endParaRPr b="0" i="0" sz="5000" u="none" cap="none" strike="noStrike">
              <a:solidFill>
                <a:srgbClr val="44B048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323850" y="1351088"/>
            <a:ext cx="1887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3000"/>
              <a:buFont typeface="Montserrat ExtraBold"/>
              <a:buChar char="●"/>
            </a:pPr>
            <a:r>
              <a:rPr lang="en-US" sz="3000">
                <a:solidFill>
                  <a:srgbClr val="274E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Certifications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760450" y="5657875"/>
            <a:ext cx="1887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3000"/>
              <a:buFont typeface="Montserrat ExtraBold"/>
              <a:buChar char="●"/>
            </a:pPr>
            <a:r>
              <a:rPr lang="en-US" sz="3000">
                <a:solidFill>
                  <a:srgbClr val="274E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Maker/importer contact information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9" name="Google Shape;289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775" y="2151250"/>
            <a:ext cx="8860675" cy="3386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0" name="Google Shape;290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450" y="8849400"/>
            <a:ext cx="8749000" cy="154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1" name="Google Shape;291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0450" y="6424875"/>
            <a:ext cx="8749001" cy="2425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2" name="Google Shape;292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203350" y="6485850"/>
            <a:ext cx="9534423" cy="39046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93" name="Google Shape;293;p12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294" name="Google Shape;294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12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6" name="Google Shape;296;p12" title="Screenshot 2025-12-22 at 20.10.05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7" name="Google Shape;297;p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03350" y="2151250"/>
            <a:ext cx="9436100" cy="33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3" title="foot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13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305" name="Google Shape;305;p13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13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3" name="Google Shape;32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760450" y="2247488"/>
            <a:ext cx="4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6" name="Google Shape;326;p1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7" name="Google Shape;327;p1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514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8" name="Google Shape;328;p1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9" name="Google Shape;329;p13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30" name="Google Shape;330;p13"/>
          <p:cNvPicPr preferRelativeResize="0"/>
          <p:nvPr/>
        </p:nvPicPr>
        <p:blipFill rotWithShape="1">
          <a:blip r:embed="rId5">
            <a:alphaModFix/>
          </a:blip>
          <a:srcRect b="3865" l="13877" r="14811" t="3884"/>
          <a:stretch/>
        </p:blipFill>
        <p:spPr>
          <a:xfrm>
            <a:off x="1306100" y="1850174"/>
            <a:ext cx="9382276" cy="8091351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1" name="Google Shape;331;p13"/>
          <p:cNvSpPr txBox="1"/>
          <p:nvPr/>
        </p:nvSpPr>
        <p:spPr>
          <a:xfrm>
            <a:off x="457200" y="425950"/>
            <a:ext cx="14003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000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PACKAGING DETAILS - REQUIREMENTS </a:t>
            </a:r>
            <a:endParaRPr b="0" i="0" sz="5000" u="none" cap="none" strike="noStrike">
              <a:solidFill>
                <a:srgbClr val="44B048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332" name="Google Shape;332;p13"/>
          <p:cNvPicPr preferRelativeResize="0"/>
          <p:nvPr/>
        </p:nvPicPr>
        <p:blipFill rotWithShape="1">
          <a:blip r:embed="rId6">
            <a:alphaModFix/>
          </a:blip>
          <a:srcRect b="21023" l="14769" r="16218" t="12493"/>
          <a:stretch/>
        </p:blipFill>
        <p:spPr>
          <a:xfrm>
            <a:off x="10903200" y="3101425"/>
            <a:ext cx="7894802" cy="5070712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33" name="Google Shape;333;p13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334" name="Google Shape;334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13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6" name="Google Shape;336;p13" title="Screenshot 2025-12-22 at 20.10.05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4" title="foot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p14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344" name="Google Shape;344;p14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14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2" name="Google Shape;3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4"/>
          <p:cNvSpPr txBox="1"/>
          <p:nvPr/>
        </p:nvSpPr>
        <p:spPr>
          <a:xfrm>
            <a:off x="7729650" y="1392038"/>
            <a:ext cx="11840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rgbClr val="8080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14"/>
          <p:cNvSpPr txBox="1"/>
          <p:nvPr/>
        </p:nvSpPr>
        <p:spPr>
          <a:xfrm>
            <a:off x="760450" y="2247488"/>
            <a:ext cx="4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5" name="Google Shape;365;p1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6" name="Google Shape;366;p1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514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7" name="Google Shape;367;p1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8" name="Google Shape;368;p14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69" name="Google Shape;369;p14"/>
          <p:cNvPicPr preferRelativeResize="0"/>
          <p:nvPr/>
        </p:nvPicPr>
        <p:blipFill rotWithShape="1">
          <a:blip r:embed="rId5">
            <a:alphaModFix/>
          </a:blip>
          <a:srcRect b="6451" l="10301" r="9725" t="12610"/>
          <a:stretch/>
        </p:blipFill>
        <p:spPr>
          <a:xfrm>
            <a:off x="3176050" y="701000"/>
            <a:ext cx="13751900" cy="9278751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15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5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5"/>
          <p:cNvGrpSpPr/>
          <p:nvPr/>
        </p:nvGrpSpPr>
        <p:grpSpPr>
          <a:xfrm>
            <a:off x="2169074" y="2442465"/>
            <a:ext cx="1114690" cy="789134"/>
            <a:chOff x="5084539" y="5421438"/>
            <a:chExt cx="212027" cy="150114"/>
          </a:xfrm>
        </p:grpSpPr>
        <p:sp>
          <p:nvSpPr>
            <p:cNvPr id="378" name="Google Shape;378;p15"/>
            <p:cNvSpPr/>
            <p:nvPr/>
          </p:nvSpPr>
          <p:spPr>
            <a:xfrm>
              <a:off x="5150928" y="5421438"/>
              <a:ext cx="79248" cy="8572"/>
            </a:xfrm>
            <a:custGeom>
              <a:rect b="b" l="l" r="r" t="t"/>
              <a:pathLst>
                <a:path extrusionOk="0" h="8572" w="79248">
                  <a:moveTo>
                    <a:pt x="79248" y="4286"/>
                  </a:moveTo>
                  <a:cubicBezTo>
                    <a:pt x="79248" y="1905"/>
                    <a:pt x="77343" y="0"/>
                    <a:pt x="74962" y="0"/>
                  </a:cubicBezTo>
                  <a:lnTo>
                    <a:pt x="4286" y="0"/>
                  </a:lnTo>
                  <a:cubicBezTo>
                    <a:pt x="1905" y="0"/>
                    <a:pt x="0" y="1905"/>
                    <a:pt x="0" y="4286"/>
                  </a:cubicBezTo>
                  <a:cubicBezTo>
                    <a:pt x="0" y="6668"/>
                    <a:pt x="1905" y="8572"/>
                    <a:pt x="4286" y="8572"/>
                  </a:cubicBezTo>
                  <a:lnTo>
                    <a:pt x="74962" y="8572"/>
                  </a:lnTo>
                  <a:cubicBezTo>
                    <a:pt x="77343" y="8572"/>
                    <a:pt x="79248" y="6668"/>
                    <a:pt x="79248" y="42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5084539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2"/>
                  </a:lnTo>
                  <a:lnTo>
                    <a:pt x="26575" y="8572"/>
                  </a:lnTo>
                  <a:lnTo>
                    <a:pt x="26575" y="26575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5084539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3"/>
                  </a:lnTo>
                  <a:lnTo>
                    <a:pt x="26575" y="8573"/>
                  </a:lnTo>
                  <a:lnTo>
                    <a:pt x="26575" y="26575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5084539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1" y="0"/>
                  </a:cubicBezTo>
                  <a:close/>
                  <a:moveTo>
                    <a:pt x="26575" y="26479"/>
                  </a:moveTo>
                  <a:lnTo>
                    <a:pt x="8573" y="26479"/>
                  </a:lnTo>
                  <a:lnTo>
                    <a:pt x="8573" y="8477"/>
                  </a:lnTo>
                  <a:lnTo>
                    <a:pt x="26575" y="8477"/>
                  </a:lnTo>
                  <a:lnTo>
                    <a:pt x="26575" y="26479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5128735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5128735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3"/>
                  </a:lnTo>
                  <a:lnTo>
                    <a:pt x="26575" y="8573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5128735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0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0" y="0"/>
                  </a:cubicBezTo>
                  <a:close/>
                  <a:moveTo>
                    <a:pt x="26575" y="26479"/>
                  </a:moveTo>
                  <a:lnTo>
                    <a:pt x="8573" y="26479"/>
                  </a:lnTo>
                  <a:lnTo>
                    <a:pt x="8573" y="8477"/>
                  </a:lnTo>
                  <a:lnTo>
                    <a:pt x="26575" y="8477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5172931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5172931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3"/>
                  </a:lnTo>
                  <a:lnTo>
                    <a:pt x="26575" y="8573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5173027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2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2" y="0"/>
                    <a:pt x="26861" y="0"/>
                  </a:cubicBezTo>
                  <a:close/>
                  <a:moveTo>
                    <a:pt x="26575" y="26479"/>
                  </a:moveTo>
                  <a:lnTo>
                    <a:pt x="8572" y="26479"/>
                  </a:lnTo>
                  <a:lnTo>
                    <a:pt x="8572" y="8477"/>
                  </a:lnTo>
                  <a:lnTo>
                    <a:pt x="26575" y="8477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5217127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2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2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5217222" y="5492114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8287" y="35147"/>
                  </a:move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close/>
                  <a:moveTo>
                    <a:pt x="8573" y="8668"/>
                  </a:moveTo>
                  <a:lnTo>
                    <a:pt x="26575" y="8668"/>
                  </a:lnTo>
                  <a:lnTo>
                    <a:pt x="26575" y="26670"/>
                  </a:lnTo>
                  <a:lnTo>
                    <a:pt x="8573" y="26670"/>
                  </a:lnTo>
                  <a:lnTo>
                    <a:pt x="8573" y="86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5261323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5261419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2" y="35147"/>
                    <a:pt x="35147" y="31433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2" y="0"/>
                    <a:pt x="26861" y="0"/>
                  </a:cubicBezTo>
                  <a:close/>
                  <a:moveTo>
                    <a:pt x="26575" y="26480"/>
                  </a:moveTo>
                  <a:lnTo>
                    <a:pt x="8572" y="26480"/>
                  </a:lnTo>
                  <a:lnTo>
                    <a:pt x="8572" y="8477"/>
                  </a:lnTo>
                  <a:lnTo>
                    <a:pt x="26575" y="8477"/>
                  </a:lnTo>
                  <a:lnTo>
                    <a:pt x="26575" y="264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15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393" name="Google Shape;393;p15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15"/>
          <p:cNvGrpSpPr/>
          <p:nvPr/>
        </p:nvGrpSpPr>
        <p:grpSpPr>
          <a:xfrm>
            <a:off x="13453188" y="2126043"/>
            <a:ext cx="1280305" cy="1344518"/>
            <a:chOff x="2322797" y="4819575"/>
            <a:chExt cx="514923" cy="540749"/>
          </a:xfrm>
        </p:grpSpPr>
        <p:sp>
          <p:nvSpPr>
            <p:cNvPr id="410" name="Google Shape;410;p15"/>
            <p:cNvSpPr/>
            <p:nvPr/>
          </p:nvSpPr>
          <p:spPr>
            <a:xfrm>
              <a:off x="2322797" y="4819575"/>
              <a:ext cx="420064" cy="540749"/>
            </a:xfrm>
            <a:custGeom>
              <a:rect b="b" l="l" r="r" t="t"/>
              <a:pathLst>
                <a:path extrusionOk="0" h="540749" w="420064">
                  <a:moveTo>
                    <a:pt x="376919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532120"/>
                  </a:lnTo>
                  <a:cubicBezTo>
                    <a:pt x="0" y="536887"/>
                    <a:pt x="3863" y="540749"/>
                    <a:pt x="8629" y="540749"/>
                  </a:cubicBezTo>
                  <a:lnTo>
                    <a:pt x="376919" y="540749"/>
                  </a:lnTo>
                  <a:cubicBezTo>
                    <a:pt x="400710" y="540749"/>
                    <a:pt x="420064" y="521395"/>
                    <a:pt x="420064" y="497604"/>
                  </a:cubicBezTo>
                  <a:lnTo>
                    <a:pt x="420064" y="43145"/>
                  </a:lnTo>
                  <a:cubicBezTo>
                    <a:pt x="420064" y="19354"/>
                    <a:pt x="400710" y="0"/>
                    <a:pt x="376919" y="0"/>
                  </a:cubicBezTo>
                  <a:close/>
                  <a:moveTo>
                    <a:pt x="402806" y="497604"/>
                  </a:moveTo>
                  <a:cubicBezTo>
                    <a:pt x="402806" y="511878"/>
                    <a:pt x="391194" y="523491"/>
                    <a:pt x="376919" y="523491"/>
                  </a:cubicBezTo>
                  <a:lnTo>
                    <a:pt x="17258" y="523491"/>
                  </a:lnTo>
                  <a:lnTo>
                    <a:pt x="17258" y="17258"/>
                  </a:lnTo>
                  <a:lnTo>
                    <a:pt x="376919" y="17258"/>
                  </a:lnTo>
                  <a:cubicBezTo>
                    <a:pt x="391194" y="17258"/>
                    <a:pt x="402806" y="28871"/>
                    <a:pt x="402806" y="43145"/>
                  </a:cubicBezTo>
                  <a:lnTo>
                    <a:pt x="402806" y="4976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368818" y="4854090"/>
              <a:ext cx="17257" cy="368169"/>
            </a:xfrm>
            <a:custGeom>
              <a:rect b="b" l="l" r="r" t="t"/>
              <a:pathLst>
                <a:path extrusionOk="0" h="368169" w="17257">
                  <a:moveTo>
                    <a:pt x="0" y="8629"/>
                  </a:moveTo>
                  <a:lnTo>
                    <a:pt x="0" y="359541"/>
                  </a:lnTo>
                  <a:cubicBezTo>
                    <a:pt x="0" y="364307"/>
                    <a:pt x="3863" y="368170"/>
                    <a:pt x="8629" y="368170"/>
                  </a:cubicBezTo>
                  <a:cubicBezTo>
                    <a:pt x="13397" y="368167"/>
                    <a:pt x="17258" y="364306"/>
                    <a:pt x="17258" y="35954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368818" y="5239518"/>
              <a:ext cx="17257" cy="86289"/>
            </a:xfrm>
            <a:custGeom>
              <a:rect b="b" l="l" r="r" t="t"/>
              <a:pathLst>
                <a:path extrusionOk="0" h="86289" w="17257">
                  <a:moveTo>
                    <a:pt x="0" y="8629"/>
                  </a:moveTo>
                  <a:lnTo>
                    <a:pt x="0" y="77661"/>
                  </a:lnTo>
                  <a:cubicBezTo>
                    <a:pt x="0" y="82427"/>
                    <a:pt x="3863" y="86290"/>
                    <a:pt x="8629" y="86290"/>
                  </a:cubicBezTo>
                  <a:cubicBezTo>
                    <a:pt x="13397" y="86287"/>
                    <a:pt x="17258" y="82426"/>
                    <a:pt x="17258" y="7766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2449355" y="4900112"/>
              <a:ext cx="212968" cy="120805"/>
            </a:xfrm>
            <a:custGeom>
              <a:rect b="b" l="l" r="r" t="t"/>
              <a:pathLst>
                <a:path extrusionOk="0" h="120805" w="212968">
                  <a:moveTo>
                    <a:pt x="204340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112177"/>
                  </a:lnTo>
                  <a:cubicBezTo>
                    <a:pt x="0" y="116943"/>
                    <a:pt x="3863" y="120806"/>
                    <a:pt x="8629" y="120806"/>
                  </a:cubicBezTo>
                  <a:lnTo>
                    <a:pt x="204340" y="120806"/>
                  </a:lnTo>
                  <a:cubicBezTo>
                    <a:pt x="209105" y="120806"/>
                    <a:pt x="212969" y="116943"/>
                    <a:pt x="212969" y="112177"/>
                  </a:cubicBezTo>
                  <a:lnTo>
                    <a:pt x="212969" y="8629"/>
                  </a:lnTo>
                  <a:cubicBezTo>
                    <a:pt x="212969" y="3862"/>
                    <a:pt x="209105" y="0"/>
                    <a:pt x="204340" y="0"/>
                  </a:cubicBezTo>
                  <a:close/>
                  <a:moveTo>
                    <a:pt x="195711" y="103548"/>
                  </a:moveTo>
                  <a:lnTo>
                    <a:pt x="17258" y="103548"/>
                  </a:lnTo>
                  <a:lnTo>
                    <a:pt x="17258" y="17258"/>
                  </a:lnTo>
                  <a:lnTo>
                    <a:pt x="195711" y="17258"/>
                  </a:lnTo>
                  <a:lnTo>
                    <a:pt x="195711" y="1035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483871" y="4934627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2483871" y="4969143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774441" y="4903223"/>
              <a:ext cx="63279" cy="457100"/>
            </a:xfrm>
            <a:custGeom>
              <a:rect b="b" l="l" r="r" t="t"/>
              <a:pathLst>
                <a:path extrusionOk="0" h="457100" w="63279">
                  <a:moveTo>
                    <a:pt x="63235" y="63120"/>
                  </a:moveTo>
                  <a:cubicBezTo>
                    <a:pt x="63215" y="62909"/>
                    <a:pt x="63178" y="62700"/>
                    <a:pt x="63142" y="62493"/>
                  </a:cubicBezTo>
                  <a:cubicBezTo>
                    <a:pt x="63130" y="62423"/>
                    <a:pt x="63124" y="62353"/>
                    <a:pt x="63110" y="62283"/>
                  </a:cubicBezTo>
                  <a:cubicBezTo>
                    <a:pt x="63058" y="62024"/>
                    <a:pt x="62993" y="61771"/>
                    <a:pt x="62919" y="61521"/>
                  </a:cubicBezTo>
                  <a:cubicBezTo>
                    <a:pt x="62913" y="61502"/>
                    <a:pt x="62910" y="61483"/>
                    <a:pt x="62904" y="61464"/>
                  </a:cubicBezTo>
                  <a:cubicBezTo>
                    <a:pt x="62812" y="61162"/>
                    <a:pt x="62705" y="60868"/>
                    <a:pt x="62582" y="60581"/>
                  </a:cubicBezTo>
                  <a:lnTo>
                    <a:pt x="39607" y="5317"/>
                  </a:lnTo>
                  <a:cubicBezTo>
                    <a:pt x="38269" y="2097"/>
                    <a:pt x="35125" y="0"/>
                    <a:pt x="31640" y="0"/>
                  </a:cubicBezTo>
                  <a:cubicBezTo>
                    <a:pt x="28155" y="0"/>
                    <a:pt x="25010" y="2097"/>
                    <a:pt x="23672" y="5317"/>
                  </a:cubicBezTo>
                  <a:lnTo>
                    <a:pt x="697" y="60581"/>
                  </a:lnTo>
                  <a:cubicBezTo>
                    <a:pt x="574" y="60868"/>
                    <a:pt x="467" y="61162"/>
                    <a:pt x="375" y="61464"/>
                  </a:cubicBezTo>
                  <a:cubicBezTo>
                    <a:pt x="369" y="61483"/>
                    <a:pt x="366" y="61502"/>
                    <a:pt x="360" y="61521"/>
                  </a:cubicBezTo>
                  <a:cubicBezTo>
                    <a:pt x="286" y="61771"/>
                    <a:pt x="221" y="62024"/>
                    <a:pt x="169" y="62283"/>
                  </a:cubicBezTo>
                  <a:cubicBezTo>
                    <a:pt x="155" y="62353"/>
                    <a:pt x="150" y="62423"/>
                    <a:pt x="137" y="62493"/>
                  </a:cubicBezTo>
                  <a:cubicBezTo>
                    <a:pt x="101" y="62700"/>
                    <a:pt x="64" y="62909"/>
                    <a:pt x="44" y="63120"/>
                  </a:cubicBezTo>
                  <a:cubicBezTo>
                    <a:pt x="15" y="63406"/>
                    <a:pt x="0" y="63692"/>
                    <a:pt x="0" y="63980"/>
                  </a:cubicBezTo>
                  <a:lnTo>
                    <a:pt x="0" y="431214"/>
                  </a:lnTo>
                  <a:cubicBezTo>
                    <a:pt x="0" y="445487"/>
                    <a:pt x="11612" y="457101"/>
                    <a:pt x="25887" y="457101"/>
                  </a:cubicBezTo>
                  <a:lnTo>
                    <a:pt x="37392" y="457101"/>
                  </a:lnTo>
                  <a:cubicBezTo>
                    <a:pt x="51667" y="457101"/>
                    <a:pt x="63279" y="445487"/>
                    <a:pt x="63279" y="431214"/>
                  </a:cubicBezTo>
                  <a:lnTo>
                    <a:pt x="63279" y="63980"/>
                  </a:lnTo>
                  <a:cubicBezTo>
                    <a:pt x="63278" y="63692"/>
                    <a:pt x="63263" y="63405"/>
                    <a:pt x="63235" y="63120"/>
                  </a:cubicBezTo>
                  <a:close/>
                  <a:moveTo>
                    <a:pt x="37391" y="439843"/>
                  </a:moveTo>
                  <a:lnTo>
                    <a:pt x="25886" y="439843"/>
                  </a:lnTo>
                  <a:cubicBezTo>
                    <a:pt x="21127" y="439843"/>
                    <a:pt x="17257" y="435973"/>
                    <a:pt x="17257" y="431214"/>
                  </a:cubicBezTo>
                  <a:lnTo>
                    <a:pt x="17257" y="416832"/>
                  </a:lnTo>
                  <a:lnTo>
                    <a:pt x="46020" y="416832"/>
                  </a:lnTo>
                  <a:lnTo>
                    <a:pt x="46020" y="431214"/>
                  </a:lnTo>
                  <a:cubicBezTo>
                    <a:pt x="46020" y="435973"/>
                    <a:pt x="42150" y="439843"/>
                    <a:pt x="37391" y="439843"/>
                  </a:cubicBezTo>
                  <a:close/>
                  <a:moveTo>
                    <a:pt x="46020" y="72609"/>
                  </a:moveTo>
                  <a:lnTo>
                    <a:pt x="46020" y="399574"/>
                  </a:lnTo>
                  <a:lnTo>
                    <a:pt x="17257" y="399574"/>
                  </a:lnTo>
                  <a:lnTo>
                    <a:pt x="17257" y="72609"/>
                  </a:lnTo>
                  <a:lnTo>
                    <a:pt x="46020" y="72609"/>
                  </a:lnTo>
                  <a:close/>
                  <a:moveTo>
                    <a:pt x="21561" y="55351"/>
                  </a:moveTo>
                  <a:lnTo>
                    <a:pt x="31640" y="31109"/>
                  </a:lnTo>
                  <a:lnTo>
                    <a:pt x="41718" y="55351"/>
                  </a:lnTo>
                  <a:lnTo>
                    <a:pt x="21561" y="553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15"/>
          <p:cNvGrpSpPr/>
          <p:nvPr/>
        </p:nvGrpSpPr>
        <p:grpSpPr>
          <a:xfrm>
            <a:off x="17011135" y="2025280"/>
            <a:ext cx="1471556" cy="1748949"/>
            <a:chOff x="6825555" y="1935622"/>
            <a:chExt cx="495607" cy="589070"/>
          </a:xfrm>
        </p:grpSpPr>
        <p:sp>
          <p:nvSpPr>
            <p:cNvPr id="418" name="Google Shape;418;p15"/>
            <p:cNvSpPr/>
            <p:nvPr/>
          </p:nvSpPr>
          <p:spPr>
            <a:xfrm>
              <a:off x="6825555" y="1935622"/>
              <a:ext cx="495607" cy="589070"/>
            </a:xfrm>
            <a:custGeom>
              <a:rect b="b" l="l" r="r" t="t"/>
              <a:pathLst>
                <a:path extrusionOk="0" h="589070" w="495607">
                  <a:moveTo>
                    <a:pt x="490116" y="549925"/>
                  </a:moveTo>
                  <a:cubicBezTo>
                    <a:pt x="484212" y="544021"/>
                    <a:pt x="445029" y="504838"/>
                    <a:pt x="439157" y="498966"/>
                  </a:cubicBezTo>
                  <a:cubicBezTo>
                    <a:pt x="433989" y="493800"/>
                    <a:pt x="425090" y="492860"/>
                    <a:pt x="418555" y="499395"/>
                  </a:cubicBezTo>
                  <a:lnTo>
                    <a:pt x="406335" y="487498"/>
                  </a:lnTo>
                  <a:cubicBezTo>
                    <a:pt x="420816" y="470174"/>
                    <a:pt x="428714" y="448515"/>
                    <a:pt x="428714" y="425611"/>
                  </a:cubicBezTo>
                  <a:cubicBezTo>
                    <a:pt x="428714" y="389486"/>
                    <a:pt x="409052" y="357763"/>
                    <a:pt x="378961" y="341094"/>
                  </a:cubicBezTo>
                  <a:cubicBezTo>
                    <a:pt x="366010" y="319551"/>
                    <a:pt x="345528" y="310917"/>
                    <a:pt x="344634" y="310549"/>
                  </a:cubicBezTo>
                  <a:cubicBezTo>
                    <a:pt x="344577" y="310524"/>
                    <a:pt x="344520" y="310503"/>
                    <a:pt x="344464" y="310480"/>
                  </a:cubicBezTo>
                  <a:lnTo>
                    <a:pt x="243497" y="271378"/>
                  </a:lnTo>
                  <a:lnTo>
                    <a:pt x="243497" y="247876"/>
                  </a:lnTo>
                  <a:cubicBezTo>
                    <a:pt x="259515" y="235391"/>
                    <a:pt x="270631" y="216921"/>
                    <a:pt x="273458" y="195848"/>
                  </a:cubicBezTo>
                  <a:cubicBezTo>
                    <a:pt x="293147" y="194390"/>
                    <a:pt x="307441" y="178385"/>
                    <a:pt x="307441" y="159719"/>
                  </a:cubicBezTo>
                  <a:cubicBezTo>
                    <a:pt x="307441" y="151010"/>
                    <a:pt x="304307" y="142692"/>
                    <a:pt x="298719" y="136204"/>
                  </a:cubicBezTo>
                  <a:lnTo>
                    <a:pt x="298719" y="104950"/>
                  </a:lnTo>
                  <a:cubicBezTo>
                    <a:pt x="298721" y="47081"/>
                    <a:pt x="251641" y="0"/>
                    <a:pt x="193772" y="0"/>
                  </a:cubicBezTo>
                  <a:cubicBezTo>
                    <a:pt x="135903" y="0"/>
                    <a:pt x="88823" y="47081"/>
                    <a:pt x="88823" y="104950"/>
                  </a:cubicBezTo>
                  <a:lnTo>
                    <a:pt x="88823" y="137022"/>
                  </a:lnTo>
                  <a:cubicBezTo>
                    <a:pt x="83175" y="143446"/>
                    <a:pt x="80104" y="151343"/>
                    <a:pt x="80104" y="159718"/>
                  </a:cubicBezTo>
                  <a:cubicBezTo>
                    <a:pt x="80104" y="170239"/>
                    <a:pt x="84670" y="180202"/>
                    <a:pt x="92630" y="187047"/>
                  </a:cubicBezTo>
                  <a:cubicBezTo>
                    <a:pt x="98683" y="192253"/>
                    <a:pt x="106089" y="195252"/>
                    <a:pt x="114075" y="195844"/>
                  </a:cubicBezTo>
                  <a:cubicBezTo>
                    <a:pt x="116834" y="216625"/>
                    <a:pt x="127816" y="236074"/>
                    <a:pt x="145750" y="249132"/>
                  </a:cubicBezTo>
                  <a:lnTo>
                    <a:pt x="145750" y="271379"/>
                  </a:lnTo>
                  <a:lnTo>
                    <a:pt x="44891" y="310480"/>
                  </a:lnTo>
                  <a:cubicBezTo>
                    <a:pt x="44837" y="310501"/>
                    <a:pt x="44783" y="310522"/>
                    <a:pt x="44729" y="310545"/>
                  </a:cubicBezTo>
                  <a:cubicBezTo>
                    <a:pt x="42902" y="311295"/>
                    <a:pt x="0" y="329508"/>
                    <a:pt x="0" y="379609"/>
                  </a:cubicBezTo>
                  <a:lnTo>
                    <a:pt x="0" y="479245"/>
                  </a:lnTo>
                  <a:cubicBezTo>
                    <a:pt x="0" y="489053"/>
                    <a:pt x="7980" y="497033"/>
                    <a:pt x="17788" y="497033"/>
                  </a:cubicBezTo>
                  <a:cubicBezTo>
                    <a:pt x="34339" y="497033"/>
                    <a:pt x="257734" y="497033"/>
                    <a:pt x="266983" y="497033"/>
                  </a:cubicBezTo>
                  <a:cubicBezTo>
                    <a:pt x="279147" y="508124"/>
                    <a:pt x="293928" y="515925"/>
                    <a:pt x="310009" y="519676"/>
                  </a:cubicBezTo>
                  <a:cubicBezTo>
                    <a:pt x="314644" y="520759"/>
                    <a:pt x="319287" y="517876"/>
                    <a:pt x="320368" y="513234"/>
                  </a:cubicBezTo>
                  <a:cubicBezTo>
                    <a:pt x="321451" y="508594"/>
                    <a:pt x="318567" y="503956"/>
                    <a:pt x="313927" y="502875"/>
                  </a:cubicBezTo>
                  <a:cubicBezTo>
                    <a:pt x="278522" y="494618"/>
                    <a:pt x="252729" y="463008"/>
                    <a:pt x="252729" y="425611"/>
                  </a:cubicBezTo>
                  <a:cubicBezTo>
                    <a:pt x="252729" y="408646"/>
                    <a:pt x="258097" y="392192"/>
                    <a:pt x="268080" y="378613"/>
                  </a:cubicBezTo>
                  <a:cubicBezTo>
                    <a:pt x="313787" y="316439"/>
                    <a:pt x="411462" y="349805"/>
                    <a:pt x="411462" y="425611"/>
                  </a:cubicBezTo>
                  <a:cubicBezTo>
                    <a:pt x="411462" y="446849"/>
                    <a:pt x="403217" y="466790"/>
                    <a:pt x="388244" y="481760"/>
                  </a:cubicBezTo>
                  <a:cubicBezTo>
                    <a:pt x="377789" y="492216"/>
                    <a:pt x="364655" y="499517"/>
                    <a:pt x="350263" y="502873"/>
                  </a:cubicBezTo>
                  <a:cubicBezTo>
                    <a:pt x="345622" y="503955"/>
                    <a:pt x="342738" y="508595"/>
                    <a:pt x="343821" y="513233"/>
                  </a:cubicBezTo>
                  <a:cubicBezTo>
                    <a:pt x="344902" y="517874"/>
                    <a:pt x="349550" y="520759"/>
                    <a:pt x="354180" y="519675"/>
                  </a:cubicBezTo>
                  <a:cubicBezTo>
                    <a:pt x="368933" y="516233"/>
                    <a:pt x="382592" y="509380"/>
                    <a:pt x="394144" y="499707"/>
                  </a:cubicBezTo>
                  <a:lnTo>
                    <a:pt x="406352" y="511594"/>
                  </a:lnTo>
                  <a:cubicBezTo>
                    <a:pt x="399573" y="518376"/>
                    <a:pt x="400583" y="527221"/>
                    <a:pt x="405740" y="532381"/>
                  </a:cubicBezTo>
                  <a:lnTo>
                    <a:pt x="457108" y="583748"/>
                  </a:lnTo>
                  <a:cubicBezTo>
                    <a:pt x="464208" y="590845"/>
                    <a:pt x="475753" y="590844"/>
                    <a:pt x="482853" y="583748"/>
                  </a:cubicBezTo>
                  <a:lnTo>
                    <a:pt x="490114" y="576487"/>
                  </a:lnTo>
                  <a:cubicBezTo>
                    <a:pt x="497438" y="569165"/>
                    <a:pt x="497438" y="557249"/>
                    <a:pt x="490116" y="549925"/>
                  </a:cubicBezTo>
                  <a:close/>
                  <a:moveTo>
                    <a:pt x="261371" y="296801"/>
                  </a:moveTo>
                  <a:lnTo>
                    <a:pt x="236691" y="346264"/>
                  </a:lnTo>
                  <a:cubicBezTo>
                    <a:pt x="236380" y="346044"/>
                    <a:pt x="210830" y="327896"/>
                    <a:pt x="207115" y="325256"/>
                  </a:cubicBezTo>
                  <a:cubicBezTo>
                    <a:pt x="224695" y="303556"/>
                    <a:pt x="220103" y="309223"/>
                    <a:pt x="237619" y="287602"/>
                  </a:cubicBezTo>
                  <a:lnTo>
                    <a:pt x="261371" y="296801"/>
                  </a:lnTo>
                  <a:close/>
                  <a:moveTo>
                    <a:pt x="211405" y="349466"/>
                  </a:moveTo>
                  <a:lnTo>
                    <a:pt x="205103" y="358953"/>
                  </a:lnTo>
                  <a:lnTo>
                    <a:pt x="184204" y="358953"/>
                  </a:lnTo>
                  <a:lnTo>
                    <a:pt x="177902" y="349466"/>
                  </a:lnTo>
                  <a:lnTo>
                    <a:pt x="194653" y="337570"/>
                  </a:lnTo>
                  <a:lnTo>
                    <a:pt x="211405" y="349466"/>
                  </a:lnTo>
                  <a:close/>
                  <a:moveTo>
                    <a:pt x="163002" y="274163"/>
                  </a:moveTo>
                  <a:lnTo>
                    <a:pt x="163002" y="258656"/>
                  </a:lnTo>
                  <a:cubicBezTo>
                    <a:pt x="172656" y="262508"/>
                    <a:pt x="183613" y="264636"/>
                    <a:pt x="194800" y="264636"/>
                  </a:cubicBezTo>
                  <a:cubicBezTo>
                    <a:pt x="205625" y="264636"/>
                    <a:pt x="216302" y="262437"/>
                    <a:pt x="226248" y="258136"/>
                  </a:cubicBezTo>
                  <a:lnTo>
                    <a:pt x="226248" y="274232"/>
                  </a:lnTo>
                  <a:lnTo>
                    <a:pt x="194655" y="313233"/>
                  </a:lnTo>
                  <a:lnTo>
                    <a:pt x="163002" y="274163"/>
                  </a:lnTo>
                  <a:close/>
                  <a:moveTo>
                    <a:pt x="274190" y="178385"/>
                  </a:moveTo>
                  <a:lnTo>
                    <a:pt x="274190" y="141054"/>
                  </a:lnTo>
                  <a:cubicBezTo>
                    <a:pt x="295302" y="144708"/>
                    <a:pt x="295573" y="174689"/>
                    <a:pt x="274190" y="178385"/>
                  </a:cubicBezTo>
                  <a:close/>
                  <a:moveTo>
                    <a:pt x="113357" y="178385"/>
                  </a:moveTo>
                  <a:cubicBezTo>
                    <a:pt x="103807" y="176737"/>
                    <a:pt x="97357" y="168810"/>
                    <a:pt x="97357" y="159719"/>
                  </a:cubicBezTo>
                  <a:cubicBezTo>
                    <a:pt x="97357" y="150867"/>
                    <a:pt x="104642" y="143601"/>
                    <a:pt x="113357" y="141498"/>
                  </a:cubicBezTo>
                  <a:lnTo>
                    <a:pt x="113357" y="178385"/>
                  </a:lnTo>
                  <a:close/>
                  <a:moveTo>
                    <a:pt x="113847" y="123891"/>
                  </a:moveTo>
                  <a:cubicBezTo>
                    <a:pt x="111256" y="124198"/>
                    <a:pt x="108279" y="124898"/>
                    <a:pt x="106075" y="125631"/>
                  </a:cubicBezTo>
                  <a:lnTo>
                    <a:pt x="106075" y="104950"/>
                  </a:lnTo>
                  <a:cubicBezTo>
                    <a:pt x="106075" y="56593"/>
                    <a:pt x="145415" y="17253"/>
                    <a:pt x="193771" y="17253"/>
                  </a:cubicBezTo>
                  <a:cubicBezTo>
                    <a:pt x="242127" y="17253"/>
                    <a:pt x="281467" y="56593"/>
                    <a:pt x="281467" y="104950"/>
                  </a:cubicBezTo>
                  <a:lnTo>
                    <a:pt x="281467" y="125059"/>
                  </a:lnTo>
                  <a:cubicBezTo>
                    <a:pt x="279115" y="124360"/>
                    <a:pt x="276682" y="123890"/>
                    <a:pt x="274188" y="123659"/>
                  </a:cubicBezTo>
                  <a:cubicBezTo>
                    <a:pt x="274188" y="115626"/>
                    <a:pt x="273791" y="116654"/>
                    <a:pt x="247526" y="88425"/>
                  </a:cubicBezTo>
                  <a:cubicBezTo>
                    <a:pt x="242520" y="83046"/>
                    <a:pt x="234354" y="81969"/>
                    <a:pt x="228100" y="86056"/>
                  </a:cubicBezTo>
                  <a:cubicBezTo>
                    <a:pt x="198678" y="105277"/>
                    <a:pt x="162790" y="114931"/>
                    <a:pt x="129672" y="112555"/>
                  </a:cubicBezTo>
                  <a:cubicBezTo>
                    <a:pt x="122371" y="111984"/>
                    <a:pt x="115690" y="116807"/>
                    <a:pt x="113847" y="123891"/>
                  </a:cubicBezTo>
                  <a:close/>
                  <a:moveTo>
                    <a:pt x="130612" y="185244"/>
                  </a:moveTo>
                  <a:cubicBezTo>
                    <a:pt x="130612" y="178707"/>
                    <a:pt x="130612" y="135535"/>
                    <a:pt x="130612" y="129904"/>
                  </a:cubicBezTo>
                  <a:cubicBezTo>
                    <a:pt x="166439" y="131958"/>
                    <a:pt x="204641" y="121541"/>
                    <a:pt x="236075" y="101446"/>
                  </a:cubicBezTo>
                  <a:cubicBezTo>
                    <a:pt x="248217" y="114485"/>
                    <a:pt x="254769" y="121295"/>
                    <a:pt x="256936" y="123941"/>
                  </a:cubicBezTo>
                  <a:cubicBezTo>
                    <a:pt x="256936" y="196313"/>
                    <a:pt x="256948" y="183647"/>
                    <a:pt x="256916" y="186060"/>
                  </a:cubicBezTo>
                  <a:cubicBezTo>
                    <a:pt x="255817" y="222481"/>
                    <a:pt x="226838" y="247383"/>
                    <a:pt x="194798" y="247383"/>
                  </a:cubicBezTo>
                  <a:cubicBezTo>
                    <a:pt x="156202" y="247382"/>
                    <a:pt x="130612" y="217404"/>
                    <a:pt x="130612" y="185244"/>
                  </a:cubicBezTo>
                  <a:close/>
                  <a:moveTo>
                    <a:pt x="151644" y="287620"/>
                  </a:moveTo>
                  <a:lnTo>
                    <a:pt x="182156" y="325282"/>
                  </a:lnTo>
                  <a:cubicBezTo>
                    <a:pt x="178769" y="327688"/>
                    <a:pt x="155289" y="344365"/>
                    <a:pt x="152613" y="346266"/>
                  </a:cubicBezTo>
                  <a:lnTo>
                    <a:pt x="127933" y="296802"/>
                  </a:lnTo>
                  <a:lnTo>
                    <a:pt x="151644" y="287620"/>
                  </a:lnTo>
                  <a:close/>
                  <a:moveTo>
                    <a:pt x="84282" y="479780"/>
                  </a:moveTo>
                  <a:lnTo>
                    <a:pt x="84282" y="395040"/>
                  </a:lnTo>
                  <a:cubicBezTo>
                    <a:pt x="84282" y="390275"/>
                    <a:pt x="80421" y="386413"/>
                    <a:pt x="75655" y="386413"/>
                  </a:cubicBezTo>
                  <a:cubicBezTo>
                    <a:pt x="70890" y="386413"/>
                    <a:pt x="67029" y="390275"/>
                    <a:pt x="67029" y="395040"/>
                  </a:cubicBezTo>
                  <a:lnTo>
                    <a:pt x="67029" y="479780"/>
                  </a:lnTo>
                  <a:lnTo>
                    <a:pt x="17789" y="479780"/>
                  </a:lnTo>
                  <a:cubicBezTo>
                    <a:pt x="17495" y="479780"/>
                    <a:pt x="17254" y="479539"/>
                    <a:pt x="17254" y="479245"/>
                  </a:cubicBezTo>
                  <a:lnTo>
                    <a:pt x="17254" y="379609"/>
                  </a:lnTo>
                  <a:cubicBezTo>
                    <a:pt x="17254" y="341660"/>
                    <a:pt x="49277" y="327362"/>
                    <a:pt x="51240" y="326524"/>
                  </a:cubicBezTo>
                  <a:lnTo>
                    <a:pt x="111773" y="303056"/>
                  </a:lnTo>
                  <a:lnTo>
                    <a:pt x="138364" y="356350"/>
                  </a:lnTo>
                  <a:cubicBezTo>
                    <a:pt x="138364" y="356351"/>
                    <a:pt x="138365" y="356351"/>
                    <a:pt x="138365" y="356352"/>
                  </a:cubicBezTo>
                  <a:cubicBezTo>
                    <a:pt x="140322" y="360272"/>
                    <a:pt x="143883" y="363129"/>
                    <a:pt x="148132" y="364191"/>
                  </a:cubicBezTo>
                  <a:cubicBezTo>
                    <a:pt x="155616" y="366066"/>
                    <a:pt x="160232" y="362016"/>
                    <a:pt x="163828" y="359462"/>
                  </a:cubicBezTo>
                  <a:lnTo>
                    <a:pt x="170503" y="369509"/>
                  </a:lnTo>
                  <a:lnTo>
                    <a:pt x="151840" y="479780"/>
                  </a:lnTo>
                  <a:lnTo>
                    <a:pt x="84282" y="479780"/>
                  </a:lnTo>
                  <a:close/>
                  <a:moveTo>
                    <a:pt x="252027" y="479780"/>
                  </a:moveTo>
                  <a:lnTo>
                    <a:pt x="237468" y="479780"/>
                  </a:lnTo>
                  <a:lnTo>
                    <a:pt x="232036" y="447695"/>
                  </a:lnTo>
                  <a:cubicBezTo>
                    <a:pt x="231243" y="442999"/>
                    <a:pt x="226804" y="439835"/>
                    <a:pt x="222092" y="440630"/>
                  </a:cubicBezTo>
                  <a:cubicBezTo>
                    <a:pt x="217395" y="441425"/>
                    <a:pt x="214232" y="445878"/>
                    <a:pt x="215027" y="450574"/>
                  </a:cubicBezTo>
                  <a:lnTo>
                    <a:pt x="219971" y="479779"/>
                  </a:lnTo>
                  <a:lnTo>
                    <a:pt x="169338" y="479779"/>
                  </a:lnTo>
                  <a:lnTo>
                    <a:pt x="186869" y="376205"/>
                  </a:lnTo>
                  <a:lnTo>
                    <a:pt x="202440" y="376205"/>
                  </a:lnTo>
                  <a:lnTo>
                    <a:pt x="208215" y="410318"/>
                  </a:lnTo>
                  <a:cubicBezTo>
                    <a:pt x="209009" y="415014"/>
                    <a:pt x="213455" y="418185"/>
                    <a:pt x="218160" y="417383"/>
                  </a:cubicBezTo>
                  <a:cubicBezTo>
                    <a:pt x="222858" y="416588"/>
                    <a:pt x="226020" y="412135"/>
                    <a:pt x="225225" y="407438"/>
                  </a:cubicBezTo>
                  <a:lnTo>
                    <a:pt x="218807" y="369507"/>
                  </a:lnTo>
                  <a:lnTo>
                    <a:pt x="225481" y="359461"/>
                  </a:lnTo>
                  <a:lnTo>
                    <a:pt x="228873" y="361869"/>
                  </a:lnTo>
                  <a:cubicBezTo>
                    <a:pt x="236369" y="367194"/>
                    <a:pt x="246843" y="364565"/>
                    <a:pt x="250944" y="356347"/>
                  </a:cubicBezTo>
                  <a:lnTo>
                    <a:pt x="277533" y="303056"/>
                  </a:lnTo>
                  <a:lnTo>
                    <a:pt x="338126" y="326521"/>
                  </a:lnTo>
                  <a:cubicBezTo>
                    <a:pt x="338508" y="326687"/>
                    <a:pt x="340724" y="327670"/>
                    <a:pt x="343858" y="329613"/>
                  </a:cubicBezTo>
                  <a:cubicBezTo>
                    <a:pt x="260421" y="319244"/>
                    <a:pt x="206588" y="413137"/>
                    <a:pt x="252027" y="479780"/>
                  </a:cubicBezTo>
                  <a:close/>
                  <a:moveTo>
                    <a:pt x="427758" y="529994"/>
                  </a:moveTo>
                  <a:lnTo>
                    <a:pt x="420058" y="522294"/>
                  </a:lnTo>
                  <a:lnTo>
                    <a:pt x="429073" y="513280"/>
                  </a:lnTo>
                  <a:lnTo>
                    <a:pt x="436771" y="520979"/>
                  </a:lnTo>
                  <a:lnTo>
                    <a:pt x="427758" y="529994"/>
                  </a:lnTo>
                  <a:close/>
                  <a:moveTo>
                    <a:pt x="450088" y="552322"/>
                  </a:moveTo>
                  <a:lnTo>
                    <a:pt x="439959" y="542192"/>
                  </a:lnTo>
                  <a:lnTo>
                    <a:pt x="448971" y="533177"/>
                  </a:lnTo>
                  <a:lnTo>
                    <a:pt x="459103" y="543308"/>
                  </a:lnTo>
                  <a:lnTo>
                    <a:pt x="450088" y="552322"/>
                  </a:lnTo>
                  <a:close/>
                  <a:moveTo>
                    <a:pt x="477918" y="564287"/>
                  </a:moveTo>
                  <a:lnTo>
                    <a:pt x="470657" y="571548"/>
                  </a:lnTo>
                  <a:cubicBezTo>
                    <a:pt x="470300" y="571907"/>
                    <a:pt x="469671" y="571909"/>
                    <a:pt x="469314" y="571548"/>
                  </a:cubicBezTo>
                  <a:lnTo>
                    <a:pt x="462288" y="564523"/>
                  </a:lnTo>
                  <a:lnTo>
                    <a:pt x="471302" y="555509"/>
                  </a:lnTo>
                  <a:lnTo>
                    <a:pt x="477918" y="562126"/>
                  </a:lnTo>
                  <a:cubicBezTo>
                    <a:pt x="478495" y="562702"/>
                    <a:pt x="478495" y="563712"/>
                    <a:pt x="477918" y="5642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7092214" y="2295795"/>
              <a:ext cx="130874" cy="130876"/>
            </a:xfrm>
            <a:custGeom>
              <a:rect b="b" l="l" r="r" t="t"/>
              <a:pathLst>
                <a:path extrusionOk="0" h="130876" w="130874">
                  <a:moveTo>
                    <a:pt x="65438" y="0"/>
                  </a:moveTo>
                  <a:cubicBezTo>
                    <a:pt x="29355" y="0"/>
                    <a:pt x="0" y="29355"/>
                    <a:pt x="0" y="65438"/>
                  </a:cubicBezTo>
                  <a:cubicBezTo>
                    <a:pt x="0" y="101520"/>
                    <a:pt x="29355" y="130876"/>
                    <a:pt x="65438" y="130876"/>
                  </a:cubicBezTo>
                  <a:cubicBezTo>
                    <a:pt x="101520" y="130876"/>
                    <a:pt x="130875" y="101520"/>
                    <a:pt x="130875" y="65438"/>
                  </a:cubicBezTo>
                  <a:cubicBezTo>
                    <a:pt x="130875" y="29355"/>
                    <a:pt x="101520" y="0"/>
                    <a:pt x="65438" y="0"/>
                  </a:cubicBezTo>
                  <a:close/>
                  <a:moveTo>
                    <a:pt x="65438" y="113623"/>
                  </a:moveTo>
                  <a:cubicBezTo>
                    <a:pt x="38869" y="113623"/>
                    <a:pt x="17253" y="92007"/>
                    <a:pt x="17253" y="65438"/>
                  </a:cubicBezTo>
                  <a:cubicBezTo>
                    <a:pt x="17253" y="38868"/>
                    <a:pt x="38869" y="17253"/>
                    <a:pt x="65438" y="17253"/>
                  </a:cubicBezTo>
                  <a:cubicBezTo>
                    <a:pt x="92006" y="17253"/>
                    <a:pt x="113622" y="38868"/>
                    <a:pt x="113622" y="65438"/>
                  </a:cubicBezTo>
                  <a:cubicBezTo>
                    <a:pt x="113622" y="92007"/>
                    <a:pt x="92006" y="113623"/>
                    <a:pt x="65438" y="1136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15"/>
          <p:cNvSpPr txBox="1"/>
          <p:nvPr/>
        </p:nvSpPr>
        <p:spPr>
          <a:xfrm>
            <a:off x="438050" y="548600"/>
            <a:ext cx="15458700" cy="5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5200">
                <a:solidFill>
                  <a:srgbClr val="44B04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Next Steps:</a:t>
            </a:r>
            <a:endParaRPr sz="5200">
              <a:solidFill>
                <a:srgbClr val="44B048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5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Montserrat"/>
              <a:buChar char="➢"/>
            </a:pPr>
            <a:r>
              <a:rPr lang="en-US" sz="2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and finalize product packaging</a:t>
            </a:r>
            <a:endParaRPr sz="2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5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Montserrat"/>
              <a:buChar char="➢"/>
            </a:pPr>
            <a:r>
              <a:rPr lang="en-US" sz="2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and finalize the user manual</a:t>
            </a:r>
            <a:endParaRPr sz="2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5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Montserrat"/>
              <a:buChar char="➢"/>
            </a:pPr>
            <a:r>
              <a:rPr lang="en-US" sz="2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the quick start guide</a:t>
            </a:r>
            <a:endParaRPr sz="2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5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Montserrat"/>
              <a:buChar char="➢"/>
            </a:pPr>
            <a:r>
              <a:rPr lang="en-US" sz="2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the warranty card and claims documentation</a:t>
            </a:r>
            <a:endParaRPr sz="2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2" name="Google Shape;4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15"/>
          <p:cNvGrpSpPr/>
          <p:nvPr/>
        </p:nvGrpSpPr>
        <p:grpSpPr>
          <a:xfrm>
            <a:off x="13453184" y="2126049"/>
            <a:ext cx="1280305" cy="1344518"/>
            <a:chOff x="2322797" y="4819575"/>
            <a:chExt cx="514923" cy="540749"/>
          </a:xfrm>
        </p:grpSpPr>
        <p:sp>
          <p:nvSpPr>
            <p:cNvPr id="424" name="Google Shape;424;p15"/>
            <p:cNvSpPr/>
            <p:nvPr/>
          </p:nvSpPr>
          <p:spPr>
            <a:xfrm>
              <a:off x="2322797" y="4819575"/>
              <a:ext cx="420064" cy="540749"/>
            </a:xfrm>
            <a:custGeom>
              <a:rect b="b" l="l" r="r" t="t"/>
              <a:pathLst>
                <a:path extrusionOk="0" h="540749" w="420064">
                  <a:moveTo>
                    <a:pt x="376919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532120"/>
                  </a:lnTo>
                  <a:cubicBezTo>
                    <a:pt x="0" y="536887"/>
                    <a:pt x="3863" y="540749"/>
                    <a:pt x="8629" y="540749"/>
                  </a:cubicBezTo>
                  <a:lnTo>
                    <a:pt x="376919" y="540749"/>
                  </a:lnTo>
                  <a:cubicBezTo>
                    <a:pt x="400710" y="540749"/>
                    <a:pt x="420064" y="521395"/>
                    <a:pt x="420064" y="497604"/>
                  </a:cubicBezTo>
                  <a:lnTo>
                    <a:pt x="420064" y="43145"/>
                  </a:lnTo>
                  <a:cubicBezTo>
                    <a:pt x="420064" y="19354"/>
                    <a:pt x="400710" y="0"/>
                    <a:pt x="376919" y="0"/>
                  </a:cubicBezTo>
                  <a:close/>
                  <a:moveTo>
                    <a:pt x="402806" y="497604"/>
                  </a:moveTo>
                  <a:cubicBezTo>
                    <a:pt x="402806" y="511878"/>
                    <a:pt x="391194" y="523491"/>
                    <a:pt x="376919" y="523491"/>
                  </a:cubicBezTo>
                  <a:lnTo>
                    <a:pt x="17258" y="523491"/>
                  </a:lnTo>
                  <a:lnTo>
                    <a:pt x="17258" y="17258"/>
                  </a:lnTo>
                  <a:lnTo>
                    <a:pt x="376919" y="17258"/>
                  </a:lnTo>
                  <a:cubicBezTo>
                    <a:pt x="391194" y="17258"/>
                    <a:pt x="402806" y="28871"/>
                    <a:pt x="402806" y="43145"/>
                  </a:cubicBezTo>
                  <a:lnTo>
                    <a:pt x="402806" y="4976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368818" y="4854090"/>
              <a:ext cx="17257" cy="368169"/>
            </a:xfrm>
            <a:custGeom>
              <a:rect b="b" l="l" r="r" t="t"/>
              <a:pathLst>
                <a:path extrusionOk="0" h="368169" w="17257">
                  <a:moveTo>
                    <a:pt x="0" y="8629"/>
                  </a:moveTo>
                  <a:lnTo>
                    <a:pt x="0" y="359541"/>
                  </a:lnTo>
                  <a:cubicBezTo>
                    <a:pt x="0" y="364307"/>
                    <a:pt x="3863" y="368170"/>
                    <a:pt x="8629" y="368170"/>
                  </a:cubicBezTo>
                  <a:cubicBezTo>
                    <a:pt x="13397" y="368167"/>
                    <a:pt x="17258" y="364306"/>
                    <a:pt x="17258" y="35954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368818" y="5239518"/>
              <a:ext cx="17257" cy="86289"/>
            </a:xfrm>
            <a:custGeom>
              <a:rect b="b" l="l" r="r" t="t"/>
              <a:pathLst>
                <a:path extrusionOk="0" h="86289" w="17257">
                  <a:moveTo>
                    <a:pt x="0" y="8629"/>
                  </a:moveTo>
                  <a:lnTo>
                    <a:pt x="0" y="77661"/>
                  </a:lnTo>
                  <a:cubicBezTo>
                    <a:pt x="0" y="82427"/>
                    <a:pt x="3863" y="86290"/>
                    <a:pt x="8629" y="86290"/>
                  </a:cubicBezTo>
                  <a:cubicBezTo>
                    <a:pt x="13397" y="86287"/>
                    <a:pt x="17258" y="82426"/>
                    <a:pt x="17258" y="7766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449355" y="4900112"/>
              <a:ext cx="212968" cy="120805"/>
            </a:xfrm>
            <a:custGeom>
              <a:rect b="b" l="l" r="r" t="t"/>
              <a:pathLst>
                <a:path extrusionOk="0" h="120805" w="212968">
                  <a:moveTo>
                    <a:pt x="204340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112177"/>
                  </a:lnTo>
                  <a:cubicBezTo>
                    <a:pt x="0" y="116943"/>
                    <a:pt x="3863" y="120806"/>
                    <a:pt x="8629" y="120806"/>
                  </a:cubicBezTo>
                  <a:lnTo>
                    <a:pt x="204340" y="120806"/>
                  </a:lnTo>
                  <a:cubicBezTo>
                    <a:pt x="209105" y="120806"/>
                    <a:pt x="212969" y="116943"/>
                    <a:pt x="212969" y="112177"/>
                  </a:cubicBezTo>
                  <a:lnTo>
                    <a:pt x="212969" y="8629"/>
                  </a:lnTo>
                  <a:cubicBezTo>
                    <a:pt x="212969" y="3862"/>
                    <a:pt x="209105" y="0"/>
                    <a:pt x="204340" y="0"/>
                  </a:cubicBezTo>
                  <a:close/>
                  <a:moveTo>
                    <a:pt x="195711" y="103548"/>
                  </a:moveTo>
                  <a:lnTo>
                    <a:pt x="17258" y="103548"/>
                  </a:lnTo>
                  <a:lnTo>
                    <a:pt x="17258" y="17258"/>
                  </a:lnTo>
                  <a:lnTo>
                    <a:pt x="195711" y="17258"/>
                  </a:lnTo>
                  <a:lnTo>
                    <a:pt x="195711" y="1035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483871" y="4934627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483871" y="4969143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2774441" y="4903223"/>
              <a:ext cx="63279" cy="457100"/>
            </a:xfrm>
            <a:custGeom>
              <a:rect b="b" l="l" r="r" t="t"/>
              <a:pathLst>
                <a:path extrusionOk="0" h="457100" w="63279">
                  <a:moveTo>
                    <a:pt x="63235" y="63120"/>
                  </a:moveTo>
                  <a:cubicBezTo>
                    <a:pt x="63215" y="62909"/>
                    <a:pt x="63178" y="62700"/>
                    <a:pt x="63142" y="62493"/>
                  </a:cubicBezTo>
                  <a:cubicBezTo>
                    <a:pt x="63130" y="62423"/>
                    <a:pt x="63124" y="62353"/>
                    <a:pt x="63110" y="62283"/>
                  </a:cubicBezTo>
                  <a:cubicBezTo>
                    <a:pt x="63058" y="62024"/>
                    <a:pt x="62993" y="61771"/>
                    <a:pt x="62919" y="61521"/>
                  </a:cubicBezTo>
                  <a:cubicBezTo>
                    <a:pt x="62913" y="61502"/>
                    <a:pt x="62910" y="61483"/>
                    <a:pt x="62904" y="61464"/>
                  </a:cubicBezTo>
                  <a:cubicBezTo>
                    <a:pt x="62812" y="61162"/>
                    <a:pt x="62705" y="60868"/>
                    <a:pt x="62582" y="60581"/>
                  </a:cubicBezTo>
                  <a:lnTo>
                    <a:pt x="39607" y="5317"/>
                  </a:lnTo>
                  <a:cubicBezTo>
                    <a:pt x="38269" y="2097"/>
                    <a:pt x="35125" y="0"/>
                    <a:pt x="31640" y="0"/>
                  </a:cubicBezTo>
                  <a:cubicBezTo>
                    <a:pt x="28155" y="0"/>
                    <a:pt x="25010" y="2097"/>
                    <a:pt x="23672" y="5317"/>
                  </a:cubicBezTo>
                  <a:lnTo>
                    <a:pt x="697" y="60581"/>
                  </a:lnTo>
                  <a:cubicBezTo>
                    <a:pt x="574" y="60868"/>
                    <a:pt x="467" y="61162"/>
                    <a:pt x="375" y="61464"/>
                  </a:cubicBezTo>
                  <a:cubicBezTo>
                    <a:pt x="369" y="61483"/>
                    <a:pt x="366" y="61502"/>
                    <a:pt x="360" y="61521"/>
                  </a:cubicBezTo>
                  <a:cubicBezTo>
                    <a:pt x="286" y="61771"/>
                    <a:pt x="221" y="62024"/>
                    <a:pt x="169" y="62283"/>
                  </a:cubicBezTo>
                  <a:cubicBezTo>
                    <a:pt x="155" y="62353"/>
                    <a:pt x="150" y="62423"/>
                    <a:pt x="137" y="62493"/>
                  </a:cubicBezTo>
                  <a:cubicBezTo>
                    <a:pt x="101" y="62700"/>
                    <a:pt x="64" y="62909"/>
                    <a:pt x="44" y="63120"/>
                  </a:cubicBezTo>
                  <a:cubicBezTo>
                    <a:pt x="15" y="63406"/>
                    <a:pt x="0" y="63692"/>
                    <a:pt x="0" y="63980"/>
                  </a:cubicBezTo>
                  <a:lnTo>
                    <a:pt x="0" y="431214"/>
                  </a:lnTo>
                  <a:cubicBezTo>
                    <a:pt x="0" y="445487"/>
                    <a:pt x="11612" y="457101"/>
                    <a:pt x="25887" y="457101"/>
                  </a:cubicBezTo>
                  <a:lnTo>
                    <a:pt x="37392" y="457101"/>
                  </a:lnTo>
                  <a:cubicBezTo>
                    <a:pt x="51667" y="457101"/>
                    <a:pt x="63279" y="445487"/>
                    <a:pt x="63279" y="431214"/>
                  </a:cubicBezTo>
                  <a:lnTo>
                    <a:pt x="63279" y="63980"/>
                  </a:lnTo>
                  <a:cubicBezTo>
                    <a:pt x="63278" y="63692"/>
                    <a:pt x="63263" y="63405"/>
                    <a:pt x="63235" y="63120"/>
                  </a:cubicBezTo>
                  <a:close/>
                  <a:moveTo>
                    <a:pt x="37391" y="439843"/>
                  </a:moveTo>
                  <a:lnTo>
                    <a:pt x="25886" y="439843"/>
                  </a:lnTo>
                  <a:cubicBezTo>
                    <a:pt x="21127" y="439843"/>
                    <a:pt x="17257" y="435973"/>
                    <a:pt x="17257" y="431214"/>
                  </a:cubicBezTo>
                  <a:lnTo>
                    <a:pt x="17257" y="416832"/>
                  </a:lnTo>
                  <a:lnTo>
                    <a:pt x="46020" y="416832"/>
                  </a:lnTo>
                  <a:lnTo>
                    <a:pt x="46020" y="431214"/>
                  </a:lnTo>
                  <a:cubicBezTo>
                    <a:pt x="46020" y="435973"/>
                    <a:pt x="42150" y="439843"/>
                    <a:pt x="37391" y="439843"/>
                  </a:cubicBezTo>
                  <a:close/>
                  <a:moveTo>
                    <a:pt x="46020" y="72609"/>
                  </a:moveTo>
                  <a:lnTo>
                    <a:pt x="46020" y="399574"/>
                  </a:lnTo>
                  <a:lnTo>
                    <a:pt x="17257" y="399574"/>
                  </a:lnTo>
                  <a:lnTo>
                    <a:pt x="17257" y="72609"/>
                  </a:lnTo>
                  <a:lnTo>
                    <a:pt x="46020" y="72609"/>
                  </a:lnTo>
                  <a:close/>
                  <a:moveTo>
                    <a:pt x="21561" y="55351"/>
                  </a:moveTo>
                  <a:lnTo>
                    <a:pt x="31640" y="31109"/>
                  </a:lnTo>
                  <a:lnTo>
                    <a:pt x="41718" y="55351"/>
                  </a:lnTo>
                  <a:lnTo>
                    <a:pt x="21561" y="553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15"/>
          <p:cNvGrpSpPr/>
          <p:nvPr/>
        </p:nvGrpSpPr>
        <p:grpSpPr>
          <a:xfrm>
            <a:off x="17011143" y="2025278"/>
            <a:ext cx="1471556" cy="1748949"/>
            <a:chOff x="6825555" y="1935622"/>
            <a:chExt cx="495607" cy="589070"/>
          </a:xfrm>
        </p:grpSpPr>
        <p:sp>
          <p:nvSpPr>
            <p:cNvPr id="432" name="Google Shape;432;p15"/>
            <p:cNvSpPr/>
            <p:nvPr/>
          </p:nvSpPr>
          <p:spPr>
            <a:xfrm>
              <a:off x="6825555" y="1935622"/>
              <a:ext cx="495607" cy="589070"/>
            </a:xfrm>
            <a:custGeom>
              <a:rect b="b" l="l" r="r" t="t"/>
              <a:pathLst>
                <a:path extrusionOk="0" h="589070" w="495607">
                  <a:moveTo>
                    <a:pt x="490116" y="549925"/>
                  </a:moveTo>
                  <a:cubicBezTo>
                    <a:pt x="484212" y="544021"/>
                    <a:pt x="445029" y="504838"/>
                    <a:pt x="439157" y="498966"/>
                  </a:cubicBezTo>
                  <a:cubicBezTo>
                    <a:pt x="433989" y="493800"/>
                    <a:pt x="425090" y="492860"/>
                    <a:pt x="418555" y="499395"/>
                  </a:cubicBezTo>
                  <a:lnTo>
                    <a:pt x="406335" y="487498"/>
                  </a:lnTo>
                  <a:cubicBezTo>
                    <a:pt x="420816" y="470174"/>
                    <a:pt x="428714" y="448515"/>
                    <a:pt x="428714" y="425611"/>
                  </a:cubicBezTo>
                  <a:cubicBezTo>
                    <a:pt x="428714" y="389486"/>
                    <a:pt x="409052" y="357763"/>
                    <a:pt x="378961" y="341094"/>
                  </a:cubicBezTo>
                  <a:cubicBezTo>
                    <a:pt x="366010" y="319551"/>
                    <a:pt x="345528" y="310917"/>
                    <a:pt x="344634" y="310549"/>
                  </a:cubicBezTo>
                  <a:cubicBezTo>
                    <a:pt x="344577" y="310524"/>
                    <a:pt x="344520" y="310503"/>
                    <a:pt x="344464" y="310480"/>
                  </a:cubicBezTo>
                  <a:lnTo>
                    <a:pt x="243497" y="271378"/>
                  </a:lnTo>
                  <a:lnTo>
                    <a:pt x="243497" y="247876"/>
                  </a:lnTo>
                  <a:cubicBezTo>
                    <a:pt x="259515" y="235391"/>
                    <a:pt x="270631" y="216921"/>
                    <a:pt x="273458" y="195848"/>
                  </a:cubicBezTo>
                  <a:cubicBezTo>
                    <a:pt x="293147" y="194390"/>
                    <a:pt x="307441" y="178385"/>
                    <a:pt x="307441" y="159719"/>
                  </a:cubicBezTo>
                  <a:cubicBezTo>
                    <a:pt x="307441" y="151010"/>
                    <a:pt x="304307" y="142692"/>
                    <a:pt x="298719" y="136204"/>
                  </a:cubicBezTo>
                  <a:lnTo>
                    <a:pt x="298719" y="104950"/>
                  </a:lnTo>
                  <a:cubicBezTo>
                    <a:pt x="298721" y="47081"/>
                    <a:pt x="251641" y="0"/>
                    <a:pt x="193772" y="0"/>
                  </a:cubicBezTo>
                  <a:cubicBezTo>
                    <a:pt x="135903" y="0"/>
                    <a:pt x="88823" y="47081"/>
                    <a:pt x="88823" y="104950"/>
                  </a:cubicBezTo>
                  <a:lnTo>
                    <a:pt x="88823" y="137022"/>
                  </a:lnTo>
                  <a:cubicBezTo>
                    <a:pt x="83175" y="143446"/>
                    <a:pt x="80104" y="151343"/>
                    <a:pt x="80104" y="159718"/>
                  </a:cubicBezTo>
                  <a:cubicBezTo>
                    <a:pt x="80104" y="170239"/>
                    <a:pt x="84670" y="180202"/>
                    <a:pt x="92630" y="187047"/>
                  </a:cubicBezTo>
                  <a:cubicBezTo>
                    <a:pt x="98683" y="192253"/>
                    <a:pt x="106089" y="195252"/>
                    <a:pt x="114075" y="195844"/>
                  </a:cubicBezTo>
                  <a:cubicBezTo>
                    <a:pt x="116834" y="216625"/>
                    <a:pt x="127816" y="236074"/>
                    <a:pt x="145750" y="249132"/>
                  </a:cubicBezTo>
                  <a:lnTo>
                    <a:pt x="145750" y="271379"/>
                  </a:lnTo>
                  <a:lnTo>
                    <a:pt x="44891" y="310480"/>
                  </a:lnTo>
                  <a:cubicBezTo>
                    <a:pt x="44837" y="310501"/>
                    <a:pt x="44783" y="310522"/>
                    <a:pt x="44729" y="310545"/>
                  </a:cubicBezTo>
                  <a:cubicBezTo>
                    <a:pt x="42902" y="311295"/>
                    <a:pt x="0" y="329508"/>
                    <a:pt x="0" y="379609"/>
                  </a:cubicBezTo>
                  <a:lnTo>
                    <a:pt x="0" y="479245"/>
                  </a:lnTo>
                  <a:cubicBezTo>
                    <a:pt x="0" y="489053"/>
                    <a:pt x="7980" y="497033"/>
                    <a:pt x="17788" y="497033"/>
                  </a:cubicBezTo>
                  <a:cubicBezTo>
                    <a:pt x="34339" y="497033"/>
                    <a:pt x="257734" y="497033"/>
                    <a:pt x="266983" y="497033"/>
                  </a:cubicBezTo>
                  <a:cubicBezTo>
                    <a:pt x="279147" y="508124"/>
                    <a:pt x="293928" y="515925"/>
                    <a:pt x="310009" y="519676"/>
                  </a:cubicBezTo>
                  <a:cubicBezTo>
                    <a:pt x="314644" y="520759"/>
                    <a:pt x="319287" y="517876"/>
                    <a:pt x="320368" y="513234"/>
                  </a:cubicBezTo>
                  <a:cubicBezTo>
                    <a:pt x="321451" y="508594"/>
                    <a:pt x="318567" y="503956"/>
                    <a:pt x="313927" y="502875"/>
                  </a:cubicBezTo>
                  <a:cubicBezTo>
                    <a:pt x="278522" y="494618"/>
                    <a:pt x="252729" y="463008"/>
                    <a:pt x="252729" y="425611"/>
                  </a:cubicBezTo>
                  <a:cubicBezTo>
                    <a:pt x="252729" y="408646"/>
                    <a:pt x="258097" y="392192"/>
                    <a:pt x="268080" y="378613"/>
                  </a:cubicBezTo>
                  <a:cubicBezTo>
                    <a:pt x="313787" y="316439"/>
                    <a:pt x="411462" y="349805"/>
                    <a:pt x="411462" y="425611"/>
                  </a:cubicBezTo>
                  <a:cubicBezTo>
                    <a:pt x="411462" y="446849"/>
                    <a:pt x="403217" y="466790"/>
                    <a:pt x="388244" y="481760"/>
                  </a:cubicBezTo>
                  <a:cubicBezTo>
                    <a:pt x="377789" y="492216"/>
                    <a:pt x="364655" y="499517"/>
                    <a:pt x="350263" y="502873"/>
                  </a:cubicBezTo>
                  <a:cubicBezTo>
                    <a:pt x="345622" y="503955"/>
                    <a:pt x="342738" y="508595"/>
                    <a:pt x="343821" y="513233"/>
                  </a:cubicBezTo>
                  <a:cubicBezTo>
                    <a:pt x="344902" y="517874"/>
                    <a:pt x="349550" y="520759"/>
                    <a:pt x="354180" y="519675"/>
                  </a:cubicBezTo>
                  <a:cubicBezTo>
                    <a:pt x="368933" y="516233"/>
                    <a:pt x="382592" y="509380"/>
                    <a:pt x="394144" y="499707"/>
                  </a:cubicBezTo>
                  <a:lnTo>
                    <a:pt x="406352" y="511594"/>
                  </a:lnTo>
                  <a:cubicBezTo>
                    <a:pt x="399573" y="518376"/>
                    <a:pt x="400583" y="527221"/>
                    <a:pt x="405740" y="532381"/>
                  </a:cubicBezTo>
                  <a:lnTo>
                    <a:pt x="457108" y="583748"/>
                  </a:lnTo>
                  <a:cubicBezTo>
                    <a:pt x="464208" y="590845"/>
                    <a:pt x="475753" y="590844"/>
                    <a:pt x="482853" y="583748"/>
                  </a:cubicBezTo>
                  <a:lnTo>
                    <a:pt x="490114" y="576487"/>
                  </a:lnTo>
                  <a:cubicBezTo>
                    <a:pt x="497438" y="569165"/>
                    <a:pt x="497438" y="557249"/>
                    <a:pt x="490116" y="549925"/>
                  </a:cubicBezTo>
                  <a:close/>
                  <a:moveTo>
                    <a:pt x="261371" y="296801"/>
                  </a:moveTo>
                  <a:lnTo>
                    <a:pt x="236691" y="346264"/>
                  </a:lnTo>
                  <a:cubicBezTo>
                    <a:pt x="236380" y="346044"/>
                    <a:pt x="210830" y="327896"/>
                    <a:pt x="207115" y="325256"/>
                  </a:cubicBezTo>
                  <a:cubicBezTo>
                    <a:pt x="224695" y="303556"/>
                    <a:pt x="220103" y="309223"/>
                    <a:pt x="237619" y="287602"/>
                  </a:cubicBezTo>
                  <a:lnTo>
                    <a:pt x="261371" y="296801"/>
                  </a:lnTo>
                  <a:close/>
                  <a:moveTo>
                    <a:pt x="211405" y="349466"/>
                  </a:moveTo>
                  <a:lnTo>
                    <a:pt x="205103" y="358953"/>
                  </a:lnTo>
                  <a:lnTo>
                    <a:pt x="184204" y="358953"/>
                  </a:lnTo>
                  <a:lnTo>
                    <a:pt x="177902" y="349466"/>
                  </a:lnTo>
                  <a:lnTo>
                    <a:pt x="194653" y="337570"/>
                  </a:lnTo>
                  <a:lnTo>
                    <a:pt x="211405" y="349466"/>
                  </a:lnTo>
                  <a:close/>
                  <a:moveTo>
                    <a:pt x="163002" y="274163"/>
                  </a:moveTo>
                  <a:lnTo>
                    <a:pt x="163002" y="258656"/>
                  </a:lnTo>
                  <a:cubicBezTo>
                    <a:pt x="172656" y="262508"/>
                    <a:pt x="183613" y="264636"/>
                    <a:pt x="194800" y="264636"/>
                  </a:cubicBezTo>
                  <a:cubicBezTo>
                    <a:pt x="205625" y="264636"/>
                    <a:pt x="216302" y="262437"/>
                    <a:pt x="226248" y="258136"/>
                  </a:cubicBezTo>
                  <a:lnTo>
                    <a:pt x="226248" y="274232"/>
                  </a:lnTo>
                  <a:lnTo>
                    <a:pt x="194655" y="313233"/>
                  </a:lnTo>
                  <a:lnTo>
                    <a:pt x="163002" y="274163"/>
                  </a:lnTo>
                  <a:close/>
                  <a:moveTo>
                    <a:pt x="274190" y="178385"/>
                  </a:moveTo>
                  <a:lnTo>
                    <a:pt x="274190" y="141054"/>
                  </a:lnTo>
                  <a:cubicBezTo>
                    <a:pt x="295302" y="144708"/>
                    <a:pt x="295573" y="174689"/>
                    <a:pt x="274190" y="178385"/>
                  </a:cubicBezTo>
                  <a:close/>
                  <a:moveTo>
                    <a:pt x="113357" y="178385"/>
                  </a:moveTo>
                  <a:cubicBezTo>
                    <a:pt x="103807" y="176737"/>
                    <a:pt x="97357" y="168810"/>
                    <a:pt x="97357" y="159719"/>
                  </a:cubicBezTo>
                  <a:cubicBezTo>
                    <a:pt x="97357" y="150867"/>
                    <a:pt x="104642" y="143601"/>
                    <a:pt x="113357" y="141498"/>
                  </a:cubicBezTo>
                  <a:lnTo>
                    <a:pt x="113357" y="178385"/>
                  </a:lnTo>
                  <a:close/>
                  <a:moveTo>
                    <a:pt x="113847" y="123891"/>
                  </a:moveTo>
                  <a:cubicBezTo>
                    <a:pt x="111256" y="124198"/>
                    <a:pt x="108279" y="124898"/>
                    <a:pt x="106075" y="125631"/>
                  </a:cubicBezTo>
                  <a:lnTo>
                    <a:pt x="106075" y="104950"/>
                  </a:lnTo>
                  <a:cubicBezTo>
                    <a:pt x="106075" y="56593"/>
                    <a:pt x="145415" y="17253"/>
                    <a:pt x="193771" y="17253"/>
                  </a:cubicBezTo>
                  <a:cubicBezTo>
                    <a:pt x="242127" y="17253"/>
                    <a:pt x="281467" y="56593"/>
                    <a:pt x="281467" y="104950"/>
                  </a:cubicBezTo>
                  <a:lnTo>
                    <a:pt x="281467" y="125059"/>
                  </a:lnTo>
                  <a:cubicBezTo>
                    <a:pt x="279115" y="124360"/>
                    <a:pt x="276682" y="123890"/>
                    <a:pt x="274188" y="123659"/>
                  </a:cubicBezTo>
                  <a:cubicBezTo>
                    <a:pt x="274188" y="115626"/>
                    <a:pt x="273791" y="116654"/>
                    <a:pt x="247526" y="88425"/>
                  </a:cubicBezTo>
                  <a:cubicBezTo>
                    <a:pt x="242520" y="83046"/>
                    <a:pt x="234354" y="81969"/>
                    <a:pt x="228100" y="86056"/>
                  </a:cubicBezTo>
                  <a:cubicBezTo>
                    <a:pt x="198678" y="105277"/>
                    <a:pt x="162790" y="114931"/>
                    <a:pt x="129672" y="112555"/>
                  </a:cubicBezTo>
                  <a:cubicBezTo>
                    <a:pt x="122371" y="111984"/>
                    <a:pt x="115690" y="116807"/>
                    <a:pt x="113847" y="123891"/>
                  </a:cubicBezTo>
                  <a:close/>
                  <a:moveTo>
                    <a:pt x="130612" y="185244"/>
                  </a:moveTo>
                  <a:cubicBezTo>
                    <a:pt x="130612" y="178707"/>
                    <a:pt x="130612" y="135535"/>
                    <a:pt x="130612" y="129904"/>
                  </a:cubicBezTo>
                  <a:cubicBezTo>
                    <a:pt x="166439" y="131958"/>
                    <a:pt x="204641" y="121541"/>
                    <a:pt x="236075" y="101446"/>
                  </a:cubicBezTo>
                  <a:cubicBezTo>
                    <a:pt x="248217" y="114485"/>
                    <a:pt x="254769" y="121295"/>
                    <a:pt x="256936" y="123941"/>
                  </a:cubicBezTo>
                  <a:cubicBezTo>
                    <a:pt x="256936" y="196313"/>
                    <a:pt x="256948" y="183647"/>
                    <a:pt x="256916" y="186060"/>
                  </a:cubicBezTo>
                  <a:cubicBezTo>
                    <a:pt x="255817" y="222481"/>
                    <a:pt x="226838" y="247383"/>
                    <a:pt x="194798" y="247383"/>
                  </a:cubicBezTo>
                  <a:cubicBezTo>
                    <a:pt x="156202" y="247382"/>
                    <a:pt x="130612" y="217404"/>
                    <a:pt x="130612" y="185244"/>
                  </a:cubicBezTo>
                  <a:close/>
                  <a:moveTo>
                    <a:pt x="151644" y="287620"/>
                  </a:moveTo>
                  <a:lnTo>
                    <a:pt x="182156" y="325282"/>
                  </a:lnTo>
                  <a:cubicBezTo>
                    <a:pt x="178769" y="327688"/>
                    <a:pt x="155289" y="344365"/>
                    <a:pt x="152613" y="346266"/>
                  </a:cubicBezTo>
                  <a:lnTo>
                    <a:pt x="127933" y="296802"/>
                  </a:lnTo>
                  <a:lnTo>
                    <a:pt x="151644" y="287620"/>
                  </a:lnTo>
                  <a:close/>
                  <a:moveTo>
                    <a:pt x="84282" y="479780"/>
                  </a:moveTo>
                  <a:lnTo>
                    <a:pt x="84282" y="395040"/>
                  </a:lnTo>
                  <a:cubicBezTo>
                    <a:pt x="84282" y="390275"/>
                    <a:pt x="80421" y="386413"/>
                    <a:pt x="75655" y="386413"/>
                  </a:cubicBezTo>
                  <a:cubicBezTo>
                    <a:pt x="70890" y="386413"/>
                    <a:pt x="67029" y="390275"/>
                    <a:pt x="67029" y="395040"/>
                  </a:cubicBezTo>
                  <a:lnTo>
                    <a:pt x="67029" y="479780"/>
                  </a:lnTo>
                  <a:lnTo>
                    <a:pt x="17789" y="479780"/>
                  </a:lnTo>
                  <a:cubicBezTo>
                    <a:pt x="17495" y="479780"/>
                    <a:pt x="17254" y="479539"/>
                    <a:pt x="17254" y="479245"/>
                  </a:cubicBezTo>
                  <a:lnTo>
                    <a:pt x="17254" y="379609"/>
                  </a:lnTo>
                  <a:cubicBezTo>
                    <a:pt x="17254" y="341660"/>
                    <a:pt x="49277" y="327362"/>
                    <a:pt x="51240" y="326524"/>
                  </a:cubicBezTo>
                  <a:lnTo>
                    <a:pt x="111773" y="303056"/>
                  </a:lnTo>
                  <a:lnTo>
                    <a:pt x="138364" y="356350"/>
                  </a:lnTo>
                  <a:cubicBezTo>
                    <a:pt x="138364" y="356351"/>
                    <a:pt x="138365" y="356351"/>
                    <a:pt x="138365" y="356352"/>
                  </a:cubicBezTo>
                  <a:cubicBezTo>
                    <a:pt x="140322" y="360272"/>
                    <a:pt x="143883" y="363129"/>
                    <a:pt x="148132" y="364191"/>
                  </a:cubicBezTo>
                  <a:cubicBezTo>
                    <a:pt x="155616" y="366066"/>
                    <a:pt x="160232" y="362016"/>
                    <a:pt x="163828" y="359462"/>
                  </a:cubicBezTo>
                  <a:lnTo>
                    <a:pt x="170503" y="369509"/>
                  </a:lnTo>
                  <a:lnTo>
                    <a:pt x="151840" y="479780"/>
                  </a:lnTo>
                  <a:lnTo>
                    <a:pt x="84282" y="479780"/>
                  </a:lnTo>
                  <a:close/>
                  <a:moveTo>
                    <a:pt x="252027" y="479780"/>
                  </a:moveTo>
                  <a:lnTo>
                    <a:pt x="237468" y="479780"/>
                  </a:lnTo>
                  <a:lnTo>
                    <a:pt x="232036" y="447695"/>
                  </a:lnTo>
                  <a:cubicBezTo>
                    <a:pt x="231243" y="442999"/>
                    <a:pt x="226804" y="439835"/>
                    <a:pt x="222092" y="440630"/>
                  </a:cubicBezTo>
                  <a:cubicBezTo>
                    <a:pt x="217395" y="441425"/>
                    <a:pt x="214232" y="445878"/>
                    <a:pt x="215027" y="450574"/>
                  </a:cubicBezTo>
                  <a:lnTo>
                    <a:pt x="219971" y="479779"/>
                  </a:lnTo>
                  <a:lnTo>
                    <a:pt x="169338" y="479779"/>
                  </a:lnTo>
                  <a:lnTo>
                    <a:pt x="186869" y="376205"/>
                  </a:lnTo>
                  <a:lnTo>
                    <a:pt x="202440" y="376205"/>
                  </a:lnTo>
                  <a:lnTo>
                    <a:pt x="208215" y="410318"/>
                  </a:lnTo>
                  <a:cubicBezTo>
                    <a:pt x="209009" y="415014"/>
                    <a:pt x="213455" y="418185"/>
                    <a:pt x="218160" y="417383"/>
                  </a:cubicBezTo>
                  <a:cubicBezTo>
                    <a:pt x="222858" y="416588"/>
                    <a:pt x="226020" y="412135"/>
                    <a:pt x="225225" y="407438"/>
                  </a:cubicBezTo>
                  <a:lnTo>
                    <a:pt x="218807" y="369507"/>
                  </a:lnTo>
                  <a:lnTo>
                    <a:pt x="225481" y="359461"/>
                  </a:lnTo>
                  <a:lnTo>
                    <a:pt x="228873" y="361869"/>
                  </a:lnTo>
                  <a:cubicBezTo>
                    <a:pt x="236369" y="367194"/>
                    <a:pt x="246843" y="364565"/>
                    <a:pt x="250944" y="356347"/>
                  </a:cubicBezTo>
                  <a:lnTo>
                    <a:pt x="277533" y="303056"/>
                  </a:lnTo>
                  <a:lnTo>
                    <a:pt x="338126" y="326521"/>
                  </a:lnTo>
                  <a:cubicBezTo>
                    <a:pt x="338508" y="326687"/>
                    <a:pt x="340724" y="327670"/>
                    <a:pt x="343858" y="329613"/>
                  </a:cubicBezTo>
                  <a:cubicBezTo>
                    <a:pt x="260421" y="319244"/>
                    <a:pt x="206588" y="413137"/>
                    <a:pt x="252027" y="479780"/>
                  </a:cubicBezTo>
                  <a:close/>
                  <a:moveTo>
                    <a:pt x="427758" y="529994"/>
                  </a:moveTo>
                  <a:lnTo>
                    <a:pt x="420058" y="522294"/>
                  </a:lnTo>
                  <a:lnTo>
                    <a:pt x="429073" y="513280"/>
                  </a:lnTo>
                  <a:lnTo>
                    <a:pt x="436771" y="520979"/>
                  </a:lnTo>
                  <a:lnTo>
                    <a:pt x="427758" y="529994"/>
                  </a:lnTo>
                  <a:close/>
                  <a:moveTo>
                    <a:pt x="450088" y="552322"/>
                  </a:moveTo>
                  <a:lnTo>
                    <a:pt x="439959" y="542192"/>
                  </a:lnTo>
                  <a:lnTo>
                    <a:pt x="448971" y="533177"/>
                  </a:lnTo>
                  <a:lnTo>
                    <a:pt x="459103" y="543308"/>
                  </a:lnTo>
                  <a:lnTo>
                    <a:pt x="450088" y="552322"/>
                  </a:lnTo>
                  <a:close/>
                  <a:moveTo>
                    <a:pt x="477918" y="564287"/>
                  </a:moveTo>
                  <a:lnTo>
                    <a:pt x="470657" y="571548"/>
                  </a:lnTo>
                  <a:cubicBezTo>
                    <a:pt x="470300" y="571907"/>
                    <a:pt x="469671" y="571909"/>
                    <a:pt x="469314" y="571548"/>
                  </a:cubicBezTo>
                  <a:lnTo>
                    <a:pt x="462288" y="564523"/>
                  </a:lnTo>
                  <a:lnTo>
                    <a:pt x="471302" y="555509"/>
                  </a:lnTo>
                  <a:lnTo>
                    <a:pt x="477918" y="562126"/>
                  </a:lnTo>
                  <a:cubicBezTo>
                    <a:pt x="478495" y="562702"/>
                    <a:pt x="478495" y="563712"/>
                    <a:pt x="477918" y="5642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7092214" y="2295795"/>
              <a:ext cx="130874" cy="130876"/>
            </a:xfrm>
            <a:custGeom>
              <a:rect b="b" l="l" r="r" t="t"/>
              <a:pathLst>
                <a:path extrusionOk="0" h="130876" w="130874">
                  <a:moveTo>
                    <a:pt x="65438" y="0"/>
                  </a:moveTo>
                  <a:cubicBezTo>
                    <a:pt x="29355" y="0"/>
                    <a:pt x="0" y="29355"/>
                    <a:pt x="0" y="65438"/>
                  </a:cubicBezTo>
                  <a:cubicBezTo>
                    <a:pt x="0" y="101520"/>
                    <a:pt x="29355" y="130876"/>
                    <a:pt x="65438" y="130876"/>
                  </a:cubicBezTo>
                  <a:cubicBezTo>
                    <a:pt x="101520" y="130876"/>
                    <a:pt x="130875" y="101520"/>
                    <a:pt x="130875" y="65438"/>
                  </a:cubicBezTo>
                  <a:cubicBezTo>
                    <a:pt x="130875" y="29355"/>
                    <a:pt x="101520" y="0"/>
                    <a:pt x="65438" y="0"/>
                  </a:cubicBezTo>
                  <a:close/>
                  <a:moveTo>
                    <a:pt x="65438" y="113623"/>
                  </a:moveTo>
                  <a:cubicBezTo>
                    <a:pt x="38869" y="113623"/>
                    <a:pt x="17253" y="92007"/>
                    <a:pt x="17253" y="65438"/>
                  </a:cubicBezTo>
                  <a:cubicBezTo>
                    <a:pt x="17253" y="38868"/>
                    <a:pt x="38869" y="17253"/>
                    <a:pt x="65438" y="17253"/>
                  </a:cubicBezTo>
                  <a:cubicBezTo>
                    <a:pt x="92006" y="17253"/>
                    <a:pt x="113622" y="38868"/>
                    <a:pt x="113622" y="65438"/>
                  </a:cubicBezTo>
                  <a:cubicBezTo>
                    <a:pt x="113622" y="92007"/>
                    <a:pt x="92006" y="113623"/>
                    <a:pt x="65438" y="1136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15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435" name="Google Shape;435;p1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6" name="Google Shape;436;p1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514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7" name="Google Shape;437;p1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8" name="Google Shape;438;p15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439" name="Google Shape;439;p15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440" name="Google Shape;440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15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2" name="Google Shape;442;p15" title="Screenshot 2025-12-22 at 20.10.05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"/>
          <p:cNvSpPr/>
          <p:nvPr/>
        </p:nvSpPr>
        <p:spPr>
          <a:xfrm>
            <a:off x="43400" y="150"/>
            <a:ext cx="20104200" cy="112968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8" name="Google Shape;4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31566" y="956150"/>
            <a:ext cx="3335475" cy="8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 txBox="1"/>
          <p:nvPr/>
        </p:nvSpPr>
        <p:spPr>
          <a:xfrm>
            <a:off x="4238900" y="4603125"/>
            <a:ext cx="126546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15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you!</a:t>
            </a:r>
            <a:endParaRPr b="1" i="0" sz="150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17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7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7" name="Google Shape;457;p17"/>
          <p:cNvGrpSpPr/>
          <p:nvPr/>
        </p:nvGrpSpPr>
        <p:grpSpPr>
          <a:xfrm>
            <a:off x="2169074" y="2442465"/>
            <a:ext cx="1114690" cy="789134"/>
            <a:chOff x="5084539" y="5421438"/>
            <a:chExt cx="212027" cy="150114"/>
          </a:xfrm>
        </p:grpSpPr>
        <p:sp>
          <p:nvSpPr>
            <p:cNvPr id="458" name="Google Shape;458;p17"/>
            <p:cNvSpPr/>
            <p:nvPr/>
          </p:nvSpPr>
          <p:spPr>
            <a:xfrm>
              <a:off x="5150928" y="5421438"/>
              <a:ext cx="79248" cy="8572"/>
            </a:xfrm>
            <a:custGeom>
              <a:rect b="b" l="l" r="r" t="t"/>
              <a:pathLst>
                <a:path extrusionOk="0" h="8572" w="79248">
                  <a:moveTo>
                    <a:pt x="79248" y="4286"/>
                  </a:moveTo>
                  <a:cubicBezTo>
                    <a:pt x="79248" y="1905"/>
                    <a:pt x="77343" y="0"/>
                    <a:pt x="74962" y="0"/>
                  </a:cubicBezTo>
                  <a:lnTo>
                    <a:pt x="4286" y="0"/>
                  </a:lnTo>
                  <a:cubicBezTo>
                    <a:pt x="1905" y="0"/>
                    <a:pt x="0" y="1905"/>
                    <a:pt x="0" y="4286"/>
                  </a:cubicBezTo>
                  <a:cubicBezTo>
                    <a:pt x="0" y="6668"/>
                    <a:pt x="1905" y="8572"/>
                    <a:pt x="4286" y="8572"/>
                  </a:cubicBezTo>
                  <a:lnTo>
                    <a:pt x="74962" y="8572"/>
                  </a:lnTo>
                  <a:cubicBezTo>
                    <a:pt x="77343" y="8572"/>
                    <a:pt x="79248" y="6668"/>
                    <a:pt x="79248" y="42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5084539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2"/>
                  </a:lnTo>
                  <a:lnTo>
                    <a:pt x="26575" y="8572"/>
                  </a:lnTo>
                  <a:lnTo>
                    <a:pt x="26575" y="26575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5084539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3"/>
                  </a:lnTo>
                  <a:lnTo>
                    <a:pt x="26575" y="8573"/>
                  </a:lnTo>
                  <a:lnTo>
                    <a:pt x="26575" y="26575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5084539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1" y="0"/>
                  </a:cubicBezTo>
                  <a:close/>
                  <a:moveTo>
                    <a:pt x="26575" y="26479"/>
                  </a:moveTo>
                  <a:lnTo>
                    <a:pt x="8573" y="26479"/>
                  </a:lnTo>
                  <a:lnTo>
                    <a:pt x="8573" y="8477"/>
                  </a:lnTo>
                  <a:lnTo>
                    <a:pt x="26575" y="8477"/>
                  </a:lnTo>
                  <a:lnTo>
                    <a:pt x="26575" y="26479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5128735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5128735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3" y="26575"/>
                  </a:lnTo>
                  <a:lnTo>
                    <a:pt x="8573" y="8573"/>
                  </a:lnTo>
                  <a:lnTo>
                    <a:pt x="26575" y="8573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5128735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0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0" y="0"/>
                  </a:cubicBezTo>
                  <a:close/>
                  <a:moveTo>
                    <a:pt x="26575" y="26479"/>
                  </a:moveTo>
                  <a:lnTo>
                    <a:pt x="8573" y="26479"/>
                  </a:lnTo>
                  <a:lnTo>
                    <a:pt x="8573" y="8477"/>
                  </a:lnTo>
                  <a:lnTo>
                    <a:pt x="26575" y="8477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5172931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5172931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3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3"/>
                  </a:lnTo>
                  <a:lnTo>
                    <a:pt x="26575" y="8573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5173027" y="5536405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2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2" y="0"/>
                    <a:pt x="26861" y="0"/>
                  </a:cubicBezTo>
                  <a:close/>
                  <a:moveTo>
                    <a:pt x="26575" y="26479"/>
                  </a:moveTo>
                  <a:lnTo>
                    <a:pt x="8572" y="26479"/>
                  </a:lnTo>
                  <a:lnTo>
                    <a:pt x="8572" y="8477"/>
                  </a:lnTo>
                  <a:lnTo>
                    <a:pt x="26575" y="8477"/>
                  </a:lnTo>
                  <a:lnTo>
                    <a:pt x="26575" y="264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5217127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2" y="0"/>
                    <a:pt x="26860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0" y="35147"/>
                  </a:lnTo>
                  <a:cubicBezTo>
                    <a:pt x="31432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5217222" y="5492114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8287" y="35147"/>
                  </a:move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close/>
                  <a:moveTo>
                    <a:pt x="8573" y="8668"/>
                  </a:moveTo>
                  <a:lnTo>
                    <a:pt x="26575" y="8668"/>
                  </a:lnTo>
                  <a:lnTo>
                    <a:pt x="26575" y="26670"/>
                  </a:lnTo>
                  <a:lnTo>
                    <a:pt x="8573" y="26670"/>
                  </a:lnTo>
                  <a:lnTo>
                    <a:pt x="8573" y="86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5261323" y="5448013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35147" y="8287"/>
                  </a:moveTo>
                  <a:cubicBezTo>
                    <a:pt x="35147" y="3715"/>
                    <a:pt x="31433" y="0"/>
                    <a:pt x="26861" y="0"/>
                  </a:cubicBez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2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3" y="35147"/>
                    <a:pt x="35147" y="31432"/>
                    <a:pt x="35147" y="26861"/>
                  </a:cubicBezTo>
                  <a:lnTo>
                    <a:pt x="35147" y="8287"/>
                  </a:lnTo>
                  <a:close/>
                  <a:moveTo>
                    <a:pt x="26575" y="26575"/>
                  </a:moveTo>
                  <a:lnTo>
                    <a:pt x="8572" y="26575"/>
                  </a:lnTo>
                  <a:lnTo>
                    <a:pt x="8572" y="8572"/>
                  </a:lnTo>
                  <a:lnTo>
                    <a:pt x="26575" y="8572"/>
                  </a:lnTo>
                  <a:lnTo>
                    <a:pt x="26575" y="26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5261419" y="5492209"/>
              <a:ext cx="35147" cy="35147"/>
            </a:xfrm>
            <a:custGeom>
              <a:rect b="b" l="l" r="r" t="t"/>
              <a:pathLst>
                <a:path extrusionOk="0" h="35147" w="35147">
                  <a:moveTo>
                    <a:pt x="26861" y="0"/>
                  </a:moveTo>
                  <a:lnTo>
                    <a:pt x="8287" y="0"/>
                  </a:lnTo>
                  <a:cubicBezTo>
                    <a:pt x="3715" y="0"/>
                    <a:pt x="0" y="3715"/>
                    <a:pt x="0" y="8287"/>
                  </a:cubicBezTo>
                  <a:lnTo>
                    <a:pt x="0" y="26861"/>
                  </a:lnTo>
                  <a:cubicBezTo>
                    <a:pt x="0" y="31433"/>
                    <a:pt x="3715" y="35147"/>
                    <a:pt x="8287" y="35147"/>
                  </a:cubicBezTo>
                  <a:lnTo>
                    <a:pt x="26861" y="35147"/>
                  </a:lnTo>
                  <a:cubicBezTo>
                    <a:pt x="31432" y="35147"/>
                    <a:pt x="35147" y="31433"/>
                    <a:pt x="35147" y="26861"/>
                  </a:cubicBezTo>
                  <a:lnTo>
                    <a:pt x="35147" y="8287"/>
                  </a:lnTo>
                  <a:cubicBezTo>
                    <a:pt x="35147" y="3715"/>
                    <a:pt x="31432" y="0"/>
                    <a:pt x="26861" y="0"/>
                  </a:cubicBezTo>
                  <a:close/>
                  <a:moveTo>
                    <a:pt x="26575" y="26480"/>
                  </a:moveTo>
                  <a:lnTo>
                    <a:pt x="8572" y="26480"/>
                  </a:lnTo>
                  <a:lnTo>
                    <a:pt x="8572" y="8477"/>
                  </a:lnTo>
                  <a:lnTo>
                    <a:pt x="26575" y="8477"/>
                  </a:lnTo>
                  <a:lnTo>
                    <a:pt x="26575" y="264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2" name="Google Shape;472;p17"/>
          <p:cNvGrpSpPr/>
          <p:nvPr/>
        </p:nvGrpSpPr>
        <p:grpSpPr>
          <a:xfrm>
            <a:off x="316756" y="1663831"/>
            <a:ext cx="971433" cy="837067"/>
            <a:chOff x="3020453" y="5839524"/>
            <a:chExt cx="375114" cy="375114"/>
          </a:xfrm>
        </p:grpSpPr>
        <p:sp>
          <p:nvSpPr>
            <p:cNvPr id="473" name="Google Shape;473;p17"/>
            <p:cNvSpPr/>
            <p:nvPr/>
          </p:nvSpPr>
          <p:spPr>
            <a:xfrm>
              <a:off x="3020453" y="5839524"/>
              <a:ext cx="375114" cy="375114"/>
            </a:xfrm>
            <a:custGeom>
              <a:rect b="b" l="l" r="r" t="t"/>
              <a:pathLst>
                <a:path extrusionOk="0" h="376999" w="376999">
                  <a:moveTo>
                    <a:pt x="321755" y="55245"/>
                  </a:moveTo>
                  <a:cubicBezTo>
                    <a:pt x="286131" y="19621"/>
                    <a:pt x="238792" y="0"/>
                    <a:pt x="188500" y="0"/>
                  </a:cubicBezTo>
                  <a:cubicBezTo>
                    <a:pt x="138208" y="0"/>
                    <a:pt x="90773" y="19621"/>
                    <a:pt x="55245" y="55245"/>
                  </a:cubicBezTo>
                  <a:cubicBezTo>
                    <a:pt x="19621" y="90869"/>
                    <a:pt x="0" y="138208"/>
                    <a:pt x="0" y="188500"/>
                  </a:cubicBezTo>
                  <a:cubicBezTo>
                    <a:pt x="0" y="238792"/>
                    <a:pt x="19621" y="286226"/>
                    <a:pt x="55245" y="321755"/>
                  </a:cubicBezTo>
                  <a:cubicBezTo>
                    <a:pt x="90869" y="357378"/>
                    <a:pt x="138208" y="377000"/>
                    <a:pt x="188500" y="377000"/>
                  </a:cubicBezTo>
                  <a:cubicBezTo>
                    <a:pt x="238792" y="377000"/>
                    <a:pt x="286226" y="357378"/>
                    <a:pt x="321755" y="321755"/>
                  </a:cubicBezTo>
                  <a:cubicBezTo>
                    <a:pt x="357378" y="286131"/>
                    <a:pt x="377000" y="238792"/>
                    <a:pt x="377000" y="188500"/>
                  </a:cubicBezTo>
                  <a:cubicBezTo>
                    <a:pt x="377000" y="138208"/>
                    <a:pt x="357378" y="90773"/>
                    <a:pt x="321755" y="55245"/>
                  </a:cubicBezTo>
                  <a:close/>
                  <a:moveTo>
                    <a:pt x="313944" y="314039"/>
                  </a:moveTo>
                  <a:cubicBezTo>
                    <a:pt x="280416" y="347567"/>
                    <a:pt x="235839" y="366046"/>
                    <a:pt x="188500" y="366046"/>
                  </a:cubicBezTo>
                  <a:cubicBezTo>
                    <a:pt x="141161" y="366046"/>
                    <a:pt x="96488" y="347567"/>
                    <a:pt x="63056" y="314039"/>
                  </a:cubicBezTo>
                  <a:cubicBezTo>
                    <a:pt x="29623" y="280511"/>
                    <a:pt x="11049" y="235934"/>
                    <a:pt x="11049" y="188595"/>
                  </a:cubicBezTo>
                  <a:cubicBezTo>
                    <a:pt x="11049" y="141256"/>
                    <a:pt x="29527" y="96583"/>
                    <a:pt x="63056" y="63151"/>
                  </a:cubicBezTo>
                  <a:cubicBezTo>
                    <a:pt x="96583" y="29718"/>
                    <a:pt x="141161" y="11144"/>
                    <a:pt x="188500" y="11144"/>
                  </a:cubicBezTo>
                  <a:cubicBezTo>
                    <a:pt x="235839" y="11144"/>
                    <a:pt x="280511" y="29623"/>
                    <a:pt x="313944" y="63151"/>
                  </a:cubicBezTo>
                  <a:cubicBezTo>
                    <a:pt x="347472" y="96679"/>
                    <a:pt x="365950" y="141256"/>
                    <a:pt x="365950" y="188595"/>
                  </a:cubicBezTo>
                  <a:cubicBezTo>
                    <a:pt x="365950" y="235934"/>
                    <a:pt x="347472" y="280606"/>
                    <a:pt x="313944" y="3140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3049745" y="5868911"/>
              <a:ext cx="263008" cy="263003"/>
            </a:xfrm>
            <a:custGeom>
              <a:rect b="b" l="l" r="r" t="t"/>
              <a:pathLst>
                <a:path extrusionOk="0" h="264325" w="264330">
                  <a:moveTo>
                    <a:pt x="11152" y="153645"/>
                  </a:moveTo>
                  <a:cubicBezTo>
                    <a:pt x="12485" y="116116"/>
                    <a:pt x="27820" y="80874"/>
                    <a:pt x="54395" y="54394"/>
                  </a:cubicBezTo>
                  <a:cubicBezTo>
                    <a:pt x="80970" y="27820"/>
                    <a:pt x="116212" y="12484"/>
                    <a:pt x="153646" y="11151"/>
                  </a:cubicBezTo>
                  <a:cubicBezTo>
                    <a:pt x="190984" y="9817"/>
                    <a:pt x="226988" y="22390"/>
                    <a:pt x="255182" y="46679"/>
                  </a:cubicBezTo>
                  <a:cubicBezTo>
                    <a:pt x="257468" y="48680"/>
                    <a:pt x="260992" y="48394"/>
                    <a:pt x="262993" y="46108"/>
                  </a:cubicBezTo>
                  <a:cubicBezTo>
                    <a:pt x="264993" y="43822"/>
                    <a:pt x="264707" y="40298"/>
                    <a:pt x="262421" y="38297"/>
                  </a:cubicBezTo>
                  <a:cubicBezTo>
                    <a:pt x="232132" y="12294"/>
                    <a:pt x="193365" y="-1327"/>
                    <a:pt x="153265" y="102"/>
                  </a:cubicBezTo>
                  <a:cubicBezTo>
                    <a:pt x="112974" y="1531"/>
                    <a:pt x="75064" y="18009"/>
                    <a:pt x="46585" y="46584"/>
                  </a:cubicBezTo>
                  <a:cubicBezTo>
                    <a:pt x="18105" y="75064"/>
                    <a:pt x="1531" y="112973"/>
                    <a:pt x="103" y="153264"/>
                  </a:cubicBezTo>
                  <a:cubicBezTo>
                    <a:pt x="-1326" y="193364"/>
                    <a:pt x="12199" y="232131"/>
                    <a:pt x="38298" y="262420"/>
                  </a:cubicBezTo>
                  <a:cubicBezTo>
                    <a:pt x="39346" y="263659"/>
                    <a:pt x="40965" y="264326"/>
                    <a:pt x="42489" y="264326"/>
                  </a:cubicBezTo>
                  <a:cubicBezTo>
                    <a:pt x="43727" y="264326"/>
                    <a:pt x="45061" y="263849"/>
                    <a:pt x="46108" y="262992"/>
                  </a:cubicBezTo>
                  <a:cubicBezTo>
                    <a:pt x="48394" y="260992"/>
                    <a:pt x="48680" y="257563"/>
                    <a:pt x="46680" y="255182"/>
                  </a:cubicBezTo>
                  <a:cubicBezTo>
                    <a:pt x="22486" y="226987"/>
                    <a:pt x="9818" y="190888"/>
                    <a:pt x="11152" y="1536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3103227" y="5922299"/>
              <a:ext cx="263103" cy="263000"/>
            </a:xfrm>
            <a:custGeom>
              <a:rect b="b" l="l" r="r" t="t"/>
              <a:pathLst>
                <a:path extrusionOk="0" h="264322" w="264425">
                  <a:moveTo>
                    <a:pt x="226032" y="1909"/>
                  </a:moveTo>
                  <a:cubicBezTo>
                    <a:pt x="224032" y="-377"/>
                    <a:pt x="220603" y="-663"/>
                    <a:pt x="218222" y="1338"/>
                  </a:cubicBezTo>
                  <a:cubicBezTo>
                    <a:pt x="215936" y="3338"/>
                    <a:pt x="215650" y="6767"/>
                    <a:pt x="217650" y="9148"/>
                  </a:cubicBezTo>
                  <a:cubicBezTo>
                    <a:pt x="241844" y="37342"/>
                    <a:pt x="254512" y="73442"/>
                    <a:pt x="253179" y="110685"/>
                  </a:cubicBezTo>
                  <a:cubicBezTo>
                    <a:pt x="251845" y="148213"/>
                    <a:pt x="236510" y="183456"/>
                    <a:pt x="209935" y="209935"/>
                  </a:cubicBezTo>
                  <a:cubicBezTo>
                    <a:pt x="183360" y="236510"/>
                    <a:pt x="148118" y="251845"/>
                    <a:pt x="110685" y="253179"/>
                  </a:cubicBezTo>
                  <a:cubicBezTo>
                    <a:pt x="73347" y="254512"/>
                    <a:pt x="37342" y="241939"/>
                    <a:pt x="9148" y="217650"/>
                  </a:cubicBezTo>
                  <a:cubicBezTo>
                    <a:pt x="6862" y="215650"/>
                    <a:pt x="3338" y="215936"/>
                    <a:pt x="1338" y="218222"/>
                  </a:cubicBezTo>
                  <a:cubicBezTo>
                    <a:pt x="-663" y="220508"/>
                    <a:pt x="-377" y="224032"/>
                    <a:pt x="1909" y="226032"/>
                  </a:cubicBezTo>
                  <a:cubicBezTo>
                    <a:pt x="30770" y="250797"/>
                    <a:pt x="67251" y="264323"/>
                    <a:pt x="105351" y="264323"/>
                  </a:cubicBezTo>
                  <a:cubicBezTo>
                    <a:pt x="107256" y="264323"/>
                    <a:pt x="109161" y="264323"/>
                    <a:pt x="111161" y="264228"/>
                  </a:cubicBezTo>
                  <a:cubicBezTo>
                    <a:pt x="151452" y="262799"/>
                    <a:pt x="189361" y="246321"/>
                    <a:pt x="217841" y="217746"/>
                  </a:cubicBezTo>
                  <a:cubicBezTo>
                    <a:pt x="246321" y="189266"/>
                    <a:pt x="262894" y="151356"/>
                    <a:pt x="264323" y="111066"/>
                  </a:cubicBezTo>
                  <a:cubicBezTo>
                    <a:pt x="265752" y="70965"/>
                    <a:pt x="252226" y="32199"/>
                    <a:pt x="226128" y="19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3202507" y="589243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28765"/>
                  </a:move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3202507" y="6133374"/>
              <a:ext cx="10994" cy="28621"/>
            </a:xfrm>
            <a:custGeom>
              <a:rect b="b" l="l" r="r" t="t"/>
              <a:pathLst>
                <a:path extrusionOk="0" h="28765" w="11049">
                  <a:moveTo>
                    <a:pt x="5525" y="0"/>
                  </a:moveTo>
                  <a:cubicBezTo>
                    <a:pt x="2477" y="0"/>
                    <a:pt x="0" y="2476"/>
                    <a:pt x="0" y="5524"/>
                  </a:cubicBezTo>
                  <a:lnTo>
                    <a:pt x="0" y="23241"/>
                  </a:lnTo>
                  <a:cubicBezTo>
                    <a:pt x="0" y="26289"/>
                    <a:pt x="2477" y="28765"/>
                    <a:pt x="5525" y="28765"/>
                  </a:cubicBezTo>
                  <a:cubicBezTo>
                    <a:pt x="8573" y="28765"/>
                    <a:pt x="11049" y="26289"/>
                    <a:pt x="11049" y="23241"/>
                  </a:cubicBezTo>
                  <a:lnTo>
                    <a:pt x="11049" y="5524"/>
                  </a:lnTo>
                  <a:cubicBezTo>
                    <a:pt x="11049" y="2476"/>
                    <a:pt x="8573" y="0"/>
                    <a:pt x="5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3314206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28766" y="5525"/>
                  </a:moveTo>
                  <a:cubicBezTo>
                    <a:pt x="28766" y="2477"/>
                    <a:pt x="26289" y="0"/>
                    <a:pt x="23241" y="0"/>
                  </a:cubicBezTo>
                  <a:lnTo>
                    <a:pt x="5525" y="0"/>
                  </a:ln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6" y="8573"/>
                    <a:pt x="28766" y="55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7"/>
            <p:cNvSpPr/>
            <p:nvPr/>
          </p:nvSpPr>
          <p:spPr>
            <a:xfrm>
              <a:off x="3073268" y="6021675"/>
              <a:ext cx="28621" cy="10994"/>
            </a:xfrm>
            <a:custGeom>
              <a:rect b="b" l="l" r="r" t="t"/>
              <a:pathLst>
                <a:path extrusionOk="0" h="11049" w="28765">
                  <a:moveTo>
                    <a:pt x="5525" y="0"/>
                  </a:moveTo>
                  <a:cubicBezTo>
                    <a:pt x="2477" y="0"/>
                    <a:pt x="0" y="2477"/>
                    <a:pt x="0" y="5525"/>
                  </a:cubicBezTo>
                  <a:cubicBezTo>
                    <a:pt x="0" y="8573"/>
                    <a:pt x="2477" y="11049"/>
                    <a:pt x="5525" y="11049"/>
                  </a:cubicBezTo>
                  <a:lnTo>
                    <a:pt x="23241" y="11049"/>
                  </a:lnTo>
                  <a:cubicBezTo>
                    <a:pt x="26289" y="11049"/>
                    <a:pt x="28765" y="8573"/>
                    <a:pt x="28765" y="5525"/>
                  </a:cubicBezTo>
                  <a:cubicBezTo>
                    <a:pt x="28765" y="2477"/>
                    <a:pt x="26289" y="0"/>
                    <a:pt x="23241" y="0"/>
                  </a:cubicBezTo>
                  <a:lnTo>
                    <a:pt x="5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3090630" y="5957112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5706" y="16944"/>
                  </a:move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3304356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8276" y="751"/>
                  </a:moveTo>
                  <a:cubicBezTo>
                    <a:pt x="5609" y="-773"/>
                    <a:pt x="2275" y="85"/>
                    <a:pt x="751" y="2752"/>
                  </a:cubicBezTo>
                  <a:cubicBezTo>
                    <a:pt x="-773" y="5419"/>
                    <a:pt x="85" y="8752"/>
                    <a:pt x="2752" y="10276"/>
                  </a:cubicBezTo>
                  <a:lnTo>
                    <a:pt x="12943" y="16182"/>
                  </a:lnTo>
                  <a:cubicBezTo>
                    <a:pt x="13801" y="16658"/>
                    <a:pt x="14753" y="16944"/>
                    <a:pt x="15706" y="16944"/>
                  </a:cubicBezTo>
                  <a:cubicBezTo>
                    <a:pt x="17611" y="16944"/>
                    <a:pt x="19516" y="15991"/>
                    <a:pt x="20468" y="14182"/>
                  </a:cubicBezTo>
                  <a:cubicBezTo>
                    <a:pt x="21992" y="11515"/>
                    <a:pt x="21135" y="8181"/>
                    <a:pt x="18468" y="6657"/>
                  </a:cubicBezTo>
                  <a:lnTo>
                    <a:pt x="8276" y="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3261307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5514" y="21230"/>
                  </a:move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3137946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4182" y="751"/>
                  </a:moveTo>
                  <a:cubicBezTo>
                    <a:pt x="11515" y="-773"/>
                    <a:pt x="8181" y="85"/>
                    <a:pt x="6657" y="2752"/>
                  </a:cubicBezTo>
                  <a:lnTo>
                    <a:pt x="751" y="12943"/>
                  </a:lnTo>
                  <a:cubicBezTo>
                    <a:pt x="-773" y="15610"/>
                    <a:pt x="85" y="18944"/>
                    <a:pt x="2752" y="20468"/>
                  </a:cubicBezTo>
                  <a:cubicBezTo>
                    <a:pt x="3609" y="20944"/>
                    <a:pt x="4561" y="21230"/>
                    <a:pt x="5514" y="21230"/>
                  </a:cubicBezTo>
                  <a:cubicBezTo>
                    <a:pt x="7419" y="21230"/>
                    <a:pt x="9324" y="20278"/>
                    <a:pt x="10276" y="18468"/>
                  </a:cubicBezTo>
                  <a:lnTo>
                    <a:pt x="16182" y="8276"/>
                  </a:lnTo>
                  <a:cubicBezTo>
                    <a:pt x="17706" y="5609"/>
                    <a:pt x="16849" y="2275"/>
                    <a:pt x="1418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3304356" y="5957018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12943" y="751"/>
                  </a:move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ubicBezTo>
                    <a:pt x="18944" y="85"/>
                    <a:pt x="15610" y="-773"/>
                    <a:pt x="12943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3090630" y="6080474"/>
              <a:ext cx="21113" cy="16858"/>
            </a:xfrm>
            <a:custGeom>
              <a:rect b="b" l="l" r="r" t="t"/>
              <a:pathLst>
                <a:path extrusionOk="0" h="16943" w="21219">
                  <a:moveTo>
                    <a:pt x="20468" y="2752"/>
                  </a:moveTo>
                  <a:cubicBezTo>
                    <a:pt x="18944" y="85"/>
                    <a:pt x="15610" y="-773"/>
                    <a:pt x="12943" y="751"/>
                  </a:cubicBezTo>
                  <a:lnTo>
                    <a:pt x="2752" y="6657"/>
                  </a:lnTo>
                  <a:cubicBezTo>
                    <a:pt x="85" y="8181"/>
                    <a:pt x="-773" y="11515"/>
                    <a:pt x="751" y="14182"/>
                  </a:cubicBezTo>
                  <a:cubicBezTo>
                    <a:pt x="1799" y="15991"/>
                    <a:pt x="3609" y="16944"/>
                    <a:pt x="5514" y="16944"/>
                  </a:cubicBezTo>
                  <a:cubicBezTo>
                    <a:pt x="6466" y="16944"/>
                    <a:pt x="7419" y="16658"/>
                    <a:pt x="8276" y="16182"/>
                  </a:cubicBezTo>
                  <a:lnTo>
                    <a:pt x="18468" y="10276"/>
                  </a:lnTo>
                  <a:cubicBezTo>
                    <a:pt x="21135" y="8752"/>
                    <a:pt x="21992" y="5419"/>
                    <a:pt x="20468" y="27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3137946" y="5909796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16182" y="12943"/>
                  </a:move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3261307" y="6123429"/>
              <a:ext cx="16848" cy="21124"/>
            </a:xfrm>
            <a:custGeom>
              <a:rect b="b" l="l" r="r" t="t"/>
              <a:pathLst>
                <a:path extrusionOk="0" h="21230" w="16933">
                  <a:moveTo>
                    <a:pt x="2752" y="751"/>
                  </a:moveTo>
                  <a:cubicBezTo>
                    <a:pt x="85" y="2275"/>
                    <a:pt x="-773" y="5609"/>
                    <a:pt x="751" y="8276"/>
                  </a:cubicBezTo>
                  <a:lnTo>
                    <a:pt x="6657" y="18468"/>
                  </a:lnTo>
                  <a:cubicBezTo>
                    <a:pt x="7705" y="20278"/>
                    <a:pt x="9514" y="21230"/>
                    <a:pt x="11419" y="21230"/>
                  </a:cubicBezTo>
                  <a:cubicBezTo>
                    <a:pt x="12372" y="21230"/>
                    <a:pt x="13324" y="20944"/>
                    <a:pt x="14182" y="20468"/>
                  </a:cubicBezTo>
                  <a:cubicBezTo>
                    <a:pt x="16849" y="18944"/>
                    <a:pt x="17706" y="15610"/>
                    <a:pt x="16182" y="12943"/>
                  </a:cubicBezTo>
                  <a:lnTo>
                    <a:pt x="10276" y="2752"/>
                  </a:lnTo>
                  <a:cubicBezTo>
                    <a:pt x="8752" y="85"/>
                    <a:pt x="5419" y="-773"/>
                    <a:pt x="2752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3179182" y="5933586"/>
              <a:ext cx="110696" cy="122447"/>
            </a:xfrm>
            <a:custGeom>
              <a:rect b="b" l="l" r="r" t="t"/>
              <a:pathLst>
                <a:path extrusionOk="0" h="123062" w="111252">
                  <a:moveTo>
                    <a:pt x="111252" y="94012"/>
                  </a:moveTo>
                  <a:cubicBezTo>
                    <a:pt x="111252" y="90964"/>
                    <a:pt x="108776" y="88487"/>
                    <a:pt x="105727" y="88487"/>
                  </a:cubicBezTo>
                  <a:lnTo>
                    <a:pt x="45434" y="88487"/>
                  </a:lnTo>
                  <a:cubicBezTo>
                    <a:pt x="43720" y="83344"/>
                    <a:pt x="39624" y="79343"/>
                    <a:pt x="34576" y="77629"/>
                  </a:cubicBezTo>
                  <a:lnTo>
                    <a:pt x="34576" y="5525"/>
                  </a:lnTo>
                  <a:cubicBezTo>
                    <a:pt x="34576" y="2477"/>
                    <a:pt x="32099" y="0"/>
                    <a:pt x="29051" y="0"/>
                  </a:cubicBezTo>
                  <a:cubicBezTo>
                    <a:pt x="26003" y="0"/>
                    <a:pt x="23527" y="2477"/>
                    <a:pt x="23527" y="5525"/>
                  </a:cubicBezTo>
                  <a:lnTo>
                    <a:pt x="23527" y="77629"/>
                  </a:lnTo>
                  <a:cubicBezTo>
                    <a:pt x="18383" y="79343"/>
                    <a:pt x="14383" y="83439"/>
                    <a:pt x="12668" y="88487"/>
                  </a:cubicBezTo>
                  <a:lnTo>
                    <a:pt x="5525" y="88487"/>
                  </a:lnTo>
                  <a:cubicBezTo>
                    <a:pt x="2477" y="88487"/>
                    <a:pt x="0" y="90964"/>
                    <a:pt x="0" y="94012"/>
                  </a:cubicBezTo>
                  <a:cubicBezTo>
                    <a:pt x="0" y="97060"/>
                    <a:pt x="2477" y="99536"/>
                    <a:pt x="5525" y="99536"/>
                  </a:cubicBezTo>
                  <a:lnTo>
                    <a:pt x="12668" y="99536"/>
                  </a:lnTo>
                  <a:cubicBezTo>
                    <a:pt x="14383" y="104680"/>
                    <a:pt x="18479" y="108680"/>
                    <a:pt x="23527" y="110395"/>
                  </a:cubicBezTo>
                  <a:lnTo>
                    <a:pt x="23527" y="117538"/>
                  </a:lnTo>
                  <a:cubicBezTo>
                    <a:pt x="23527" y="120587"/>
                    <a:pt x="26003" y="123063"/>
                    <a:pt x="29051" y="123063"/>
                  </a:cubicBezTo>
                  <a:cubicBezTo>
                    <a:pt x="32099" y="123063"/>
                    <a:pt x="34576" y="120587"/>
                    <a:pt x="34576" y="117538"/>
                  </a:cubicBezTo>
                  <a:lnTo>
                    <a:pt x="34576" y="110395"/>
                  </a:lnTo>
                  <a:cubicBezTo>
                    <a:pt x="39719" y="108680"/>
                    <a:pt x="43720" y="104584"/>
                    <a:pt x="45434" y="99536"/>
                  </a:cubicBezTo>
                  <a:lnTo>
                    <a:pt x="105727" y="99536"/>
                  </a:lnTo>
                  <a:cubicBezTo>
                    <a:pt x="108776" y="99536"/>
                    <a:pt x="111252" y="97060"/>
                    <a:pt x="111252" y="94012"/>
                  </a:cubicBezTo>
                  <a:close/>
                  <a:moveTo>
                    <a:pt x="28956" y="100298"/>
                  </a:moveTo>
                  <a:cubicBezTo>
                    <a:pt x="25527" y="100298"/>
                    <a:pt x="22670" y="97441"/>
                    <a:pt x="22670" y="94012"/>
                  </a:cubicBezTo>
                  <a:cubicBezTo>
                    <a:pt x="22670" y="90583"/>
                    <a:pt x="25527" y="87725"/>
                    <a:pt x="28956" y="87725"/>
                  </a:cubicBezTo>
                  <a:cubicBezTo>
                    <a:pt x="32385" y="87725"/>
                    <a:pt x="35243" y="90583"/>
                    <a:pt x="35243" y="94012"/>
                  </a:cubicBezTo>
                  <a:cubicBezTo>
                    <a:pt x="35243" y="97441"/>
                    <a:pt x="32385" y="100298"/>
                    <a:pt x="28956" y="100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17"/>
          <p:cNvGrpSpPr/>
          <p:nvPr/>
        </p:nvGrpSpPr>
        <p:grpSpPr>
          <a:xfrm>
            <a:off x="13453188" y="2126043"/>
            <a:ext cx="1280305" cy="1344518"/>
            <a:chOff x="2322797" y="4819575"/>
            <a:chExt cx="514923" cy="540749"/>
          </a:xfrm>
        </p:grpSpPr>
        <p:sp>
          <p:nvSpPr>
            <p:cNvPr id="490" name="Google Shape;490;p17"/>
            <p:cNvSpPr/>
            <p:nvPr/>
          </p:nvSpPr>
          <p:spPr>
            <a:xfrm>
              <a:off x="2322797" y="4819575"/>
              <a:ext cx="420064" cy="540749"/>
            </a:xfrm>
            <a:custGeom>
              <a:rect b="b" l="l" r="r" t="t"/>
              <a:pathLst>
                <a:path extrusionOk="0" h="540749" w="420064">
                  <a:moveTo>
                    <a:pt x="376919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532120"/>
                  </a:lnTo>
                  <a:cubicBezTo>
                    <a:pt x="0" y="536887"/>
                    <a:pt x="3863" y="540749"/>
                    <a:pt x="8629" y="540749"/>
                  </a:cubicBezTo>
                  <a:lnTo>
                    <a:pt x="376919" y="540749"/>
                  </a:lnTo>
                  <a:cubicBezTo>
                    <a:pt x="400710" y="540749"/>
                    <a:pt x="420064" y="521395"/>
                    <a:pt x="420064" y="497604"/>
                  </a:cubicBezTo>
                  <a:lnTo>
                    <a:pt x="420064" y="43145"/>
                  </a:lnTo>
                  <a:cubicBezTo>
                    <a:pt x="420064" y="19354"/>
                    <a:pt x="400710" y="0"/>
                    <a:pt x="376919" y="0"/>
                  </a:cubicBezTo>
                  <a:close/>
                  <a:moveTo>
                    <a:pt x="402806" y="497604"/>
                  </a:moveTo>
                  <a:cubicBezTo>
                    <a:pt x="402806" y="511878"/>
                    <a:pt x="391194" y="523491"/>
                    <a:pt x="376919" y="523491"/>
                  </a:cubicBezTo>
                  <a:lnTo>
                    <a:pt x="17258" y="523491"/>
                  </a:lnTo>
                  <a:lnTo>
                    <a:pt x="17258" y="17258"/>
                  </a:lnTo>
                  <a:lnTo>
                    <a:pt x="376919" y="17258"/>
                  </a:lnTo>
                  <a:cubicBezTo>
                    <a:pt x="391194" y="17258"/>
                    <a:pt x="402806" y="28871"/>
                    <a:pt x="402806" y="43145"/>
                  </a:cubicBezTo>
                  <a:lnTo>
                    <a:pt x="402806" y="4976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2368818" y="4854090"/>
              <a:ext cx="17257" cy="368169"/>
            </a:xfrm>
            <a:custGeom>
              <a:rect b="b" l="l" r="r" t="t"/>
              <a:pathLst>
                <a:path extrusionOk="0" h="368169" w="17257">
                  <a:moveTo>
                    <a:pt x="0" y="8629"/>
                  </a:moveTo>
                  <a:lnTo>
                    <a:pt x="0" y="359541"/>
                  </a:lnTo>
                  <a:cubicBezTo>
                    <a:pt x="0" y="364307"/>
                    <a:pt x="3863" y="368170"/>
                    <a:pt x="8629" y="368170"/>
                  </a:cubicBezTo>
                  <a:cubicBezTo>
                    <a:pt x="13397" y="368167"/>
                    <a:pt x="17258" y="364306"/>
                    <a:pt x="17258" y="35954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2368818" y="5239518"/>
              <a:ext cx="17257" cy="86289"/>
            </a:xfrm>
            <a:custGeom>
              <a:rect b="b" l="l" r="r" t="t"/>
              <a:pathLst>
                <a:path extrusionOk="0" h="86289" w="17257">
                  <a:moveTo>
                    <a:pt x="0" y="8629"/>
                  </a:moveTo>
                  <a:lnTo>
                    <a:pt x="0" y="77661"/>
                  </a:lnTo>
                  <a:cubicBezTo>
                    <a:pt x="0" y="82427"/>
                    <a:pt x="3863" y="86290"/>
                    <a:pt x="8629" y="86290"/>
                  </a:cubicBezTo>
                  <a:cubicBezTo>
                    <a:pt x="13397" y="86287"/>
                    <a:pt x="17258" y="82426"/>
                    <a:pt x="17258" y="7766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2449355" y="4900112"/>
              <a:ext cx="212968" cy="120805"/>
            </a:xfrm>
            <a:custGeom>
              <a:rect b="b" l="l" r="r" t="t"/>
              <a:pathLst>
                <a:path extrusionOk="0" h="120805" w="212968">
                  <a:moveTo>
                    <a:pt x="204340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112177"/>
                  </a:lnTo>
                  <a:cubicBezTo>
                    <a:pt x="0" y="116943"/>
                    <a:pt x="3863" y="120806"/>
                    <a:pt x="8629" y="120806"/>
                  </a:cubicBezTo>
                  <a:lnTo>
                    <a:pt x="204340" y="120806"/>
                  </a:lnTo>
                  <a:cubicBezTo>
                    <a:pt x="209105" y="120806"/>
                    <a:pt x="212969" y="116943"/>
                    <a:pt x="212969" y="112177"/>
                  </a:cubicBezTo>
                  <a:lnTo>
                    <a:pt x="212969" y="8629"/>
                  </a:lnTo>
                  <a:cubicBezTo>
                    <a:pt x="212969" y="3862"/>
                    <a:pt x="209105" y="0"/>
                    <a:pt x="204340" y="0"/>
                  </a:cubicBezTo>
                  <a:close/>
                  <a:moveTo>
                    <a:pt x="195711" y="103548"/>
                  </a:moveTo>
                  <a:lnTo>
                    <a:pt x="17258" y="103548"/>
                  </a:lnTo>
                  <a:lnTo>
                    <a:pt x="17258" y="17258"/>
                  </a:lnTo>
                  <a:lnTo>
                    <a:pt x="195711" y="17258"/>
                  </a:lnTo>
                  <a:lnTo>
                    <a:pt x="195711" y="1035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2483871" y="4934627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2483871" y="4969143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2774441" y="4903223"/>
              <a:ext cx="63279" cy="457100"/>
            </a:xfrm>
            <a:custGeom>
              <a:rect b="b" l="l" r="r" t="t"/>
              <a:pathLst>
                <a:path extrusionOk="0" h="457100" w="63279">
                  <a:moveTo>
                    <a:pt x="63235" y="63120"/>
                  </a:moveTo>
                  <a:cubicBezTo>
                    <a:pt x="63215" y="62909"/>
                    <a:pt x="63178" y="62700"/>
                    <a:pt x="63142" y="62493"/>
                  </a:cubicBezTo>
                  <a:cubicBezTo>
                    <a:pt x="63130" y="62423"/>
                    <a:pt x="63124" y="62353"/>
                    <a:pt x="63110" y="62283"/>
                  </a:cubicBezTo>
                  <a:cubicBezTo>
                    <a:pt x="63058" y="62024"/>
                    <a:pt x="62993" y="61771"/>
                    <a:pt x="62919" y="61521"/>
                  </a:cubicBezTo>
                  <a:cubicBezTo>
                    <a:pt x="62913" y="61502"/>
                    <a:pt x="62910" y="61483"/>
                    <a:pt x="62904" y="61464"/>
                  </a:cubicBezTo>
                  <a:cubicBezTo>
                    <a:pt x="62812" y="61162"/>
                    <a:pt x="62705" y="60868"/>
                    <a:pt x="62582" y="60581"/>
                  </a:cubicBezTo>
                  <a:lnTo>
                    <a:pt x="39607" y="5317"/>
                  </a:lnTo>
                  <a:cubicBezTo>
                    <a:pt x="38269" y="2097"/>
                    <a:pt x="35125" y="0"/>
                    <a:pt x="31640" y="0"/>
                  </a:cubicBezTo>
                  <a:cubicBezTo>
                    <a:pt x="28155" y="0"/>
                    <a:pt x="25010" y="2097"/>
                    <a:pt x="23672" y="5317"/>
                  </a:cubicBezTo>
                  <a:lnTo>
                    <a:pt x="697" y="60581"/>
                  </a:lnTo>
                  <a:cubicBezTo>
                    <a:pt x="574" y="60868"/>
                    <a:pt x="467" y="61162"/>
                    <a:pt x="375" y="61464"/>
                  </a:cubicBezTo>
                  <a:cubicBezTo>
                    <a:pt x="369" y="61483"/>
                    <a:pt x="366" y="61502"/>
                    <a:pt x="360" y="61521"/>
                  </a:cubicBezTo>
                  <a:cubicBezTo>
                    <a:pt x="286" y="61771"/>
                    <a:pt x="221" y="62024"/>
                    <a:pt x="169" y="62283"/>
                  </a:cubicBezTo>
                  <a:cubicBezTo>
                    <a:pt x="155" y="62353"/>
                    <a:pt x="150" y="62423"/>
                    <a:pt x="137" y="62493"/>
                  </a:cubicBezTo>
                  <a:cubicBezTo>
                    <a:pt x="101" y="62700"/>
                    <a:pt x="64" y="62909"/>
                    <a:pt x="44" y="63120"/>
                  </a:cubicBezTo>
                  <a:cubicBezTo>
                    <a:pt x="15" y="63406"/>
                    <a:pt x="0" y="63692"/>
                    <a:pt x="0" y="63980"/>
                  </a:cubicBezTo>
                  <a:lnTo>
                    <a:pt x="0" y="431214"/>
                  </a:lnTo>
                  <a:cubicBezTo>
                    <a:pt x="0" y="445487"/>
                    <a:pt x="11612" y="457101"/>
                    <a:pt x="25887" y="457101"/>
                  </a:cubicBezTo>
                  <a:lnTo>
                    <a:pt x="37392" y="457101"/>
                  </a:lnTo>
                  <a:cubicBezTo>
                    <a:pt x="51667" y="457101"/>
                    <a:pt x="63279" y="445487"/>
                    <a:pt x="63279" y="431214"/>
                  </a:cubicBezTo>
                  <a:lnTo>
                    <a:pt x="63279" y="63980"/>
                  </a:lnTo>
                  <a:cubicBezTo>
                    <a:pt x="63278" y="63692"/>
                    <a:pt x="63263" y="63405"/>
                    <a:pt x="63235" y="63120"/>
                  </a:cubicBezTo>
                  <a:close/>
                  <a:moveTo>
                    <a:pt x="37391" y="439843"/>
                  </a:moveTo>
                  <a:lnTo>
                    <a:pt x="25886" y="439843"/>
                  </a:lnTo>
                  <a:cubicBezTo>
                    <a:pt x="21127" y="439843"/>
                    <a:pt x="17257" y="435973"/>
                    <a:pt x="17257" y="431214"/>
                  </a:cubicBezTo>
                  <a:lnTo>
                    <a:pt x="17257" y="416832"/>
                  </a:lnTo>
                  <a:lnTo>
                    <a:pt x="46020" y="416832"/>
                  </a:lnTo>
                  <a:lnTo>
                    <a:pt x="46020" y="431214"/>
                  </a:lnTo>
                  <a:cubicBezTo>
                    <a:pt x="46020" y="435973"/>
                    <a:pt x="42150" y="439843"/>
                    <a:pt x="37391" y="439843"/>
                  </a:cubicBezTo>
                  <a:close/>
                  <a:moveTo>
                    <a:pt x="46020" y="72609"/>
                  </a:moveTo>
                  <a:lnTo>
                    <a:pt x="46020" y="399574"/>
                  </a:lnTo>
                  <a:lnTo>
                    <a:pt x="17257" y="399574"/>
                  </a:lnTo>
                  <a:lnTo>
                    <a:pt x="17257" y="72609"/>
                  </a:lnTo>
                  <a:lnTo>
                    <a:pt x="46020" y="72609"/>
                  </a:lnTo>
                  <a:close/>
                  <a:moveTo>
                    <a:pt x="21561" y="55351"/>
                  </a:moveTo>
                  <a:lnTo>
                    <a:pt x="31640" y="31109"/>
                  </a:lnTo>
                  <a:lnTo>
                    <a:pt x="41718" y="55351"/>
                  </a:lnTo>
                  <a:lnTo>
                    <a:pt x="21561" y="553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17"/>
          <p:cNvGrpSpPr/>
          <p:nvPr/>
        </p:nvGrpSpPr>
        <p:grpSpPr>
          <a:xfrm>
            <a:off x="17011135" y="2025280"/>
            <a:ext cx="1471556" cy="1748949"/>
            <a:chOff x="6825555" y="1935622"/>
            <a:chExt cx="495607" cy="589070"/>
          </a:xfrm>
        </p:grpSpPr>
        <p:sp>
          <p:nvSpPr>
            <p:cNvPr id="498" name="Google Shape;498;p17"/>
            <p:cNvSpPr/>
            <p:nvPr/>
          </p:nvSpPr>
          <p:spPr>
            <a:xfrm>
              <a:off x="6825555" y="1935622"/>
              <a:ext cx="495607" cy="589070"/>
            </a:xfrm>
            <a:custGeom>
              <a:rect b="b" l="l" r="r" t="t"/>
              <a:pathLst>
                <a:path extrusionOk="0" h="589070" w="495607">
                  <a:moveTo>
                    <a:pt x="490116" y="549925"/>
                  </a:moveTo>
                  <a:cubicBezTo>
                    <a:pt x="484212" y="544021"/>
                    <a:pt x="445029" y="504838"/>
                    <a:pt x="439157" y="498966"/>
                  </a:cubicBezTo>
                  <a:cubicBezTo>
                    <a:pt x="433989" y="493800"/>
                    <a:pt x="425090" y="492860"/>
                    <a:pt x="418555" y="499395"/>
                  </a:cubicBezTo>
                  <a:lnTo>
                    <a:pt x="406335" y="487498"/>
                  </a:lnTo>
                  <a:cubicBezTo>
                    <a:pt x="420816" y="470174"/>
                    <a:pt x="428714" y="448515"/>
                    <a:pt x="428714" y="425611"/>
                  </a:cubicBezTo>
                  <a:cubicBezTo>
                    <a:pt x="428714" y="389486"/>
                    <a:pt x="409052" y="357763"/>
                    <a:pt x="378961" y="341094"/>
                  </a:cubicBezTo>
                  <a:cubicBezTo>
                    <a:pt x="366010" y="319551"/>
                    <a:pt x="345528" y="310917"/>
                    <a:pt x="344634" y="310549"/>
                  </a:cubicBezTo>
                  <a:cubicBezTo>
                    <a:pt x="344577" y="310524"/>
                    <a:pt x="344520" y="310503"/>
                    <a:pt x="344464" y="310480"/>
                  </a:cubicBezTo>
                  <a:lnTo>
                    <a:pt x="243497" y="271378"/>
                  </a:lnTo>
                  <a:lnTo>
                    <a:pt x="243497" y="247876"/>
                  </a:lnTo>
                  <a:cubicBezTo>
                    <a:pt x="259515" y="235391"/>
                    <a:pt x="270631" y="216921"/>
                    <a:pt x="273458" y="195848"/>
                  </a:cubicBezTo>
                  <a:cubicBezTo>
                    <a:pt x="293147" y="194390"/>
                    <a:pt x="307441" y="178385"/>
                    <a:pt x="307441" y="159719"/>
                  </a:cubicBezTo>
                  <a:cubicBezTo>
                    <a:pt x="307441" y="151010"/>
                    <a:pt x="304307" y="142692"/>
                    <a:pt x="298719" y="136204"/>
                  </a:cubicBezTo>
                  <a:lnTo>
                    <a:pt x="298719" y="104950"/>
                  </a:lnTo>
                  <a:cubicBezTo>
                    <a:pt x="298721" y="47081"/>
                    <a:pt x="251641" y="0"/>
                    <a:pt x="193772" y="0"/>
                  </a:cubicBezTo>
                  <a:cubicBezTo>
                    <a:pt x="135903" y="0"/>
                    <a:pt x="88823" y="47081"/>
                    <a:pt x="88823" y="104950"/>
                  </a:cubicBezTo>
                  <a:lnTo>
                    <a:pt x="88823" y="137022"/>
                  </a:lnTo>
                  <a:cubicBezTo>
                    <a:pt x="83175" y="143446"/>
                    <a:pt x="80104" y="151343"/>
                    <a:pt x="80104" y="159718"/>
                  </a:cubicBezTo>
                  <a:cubicBezTo>
                    <a:pt x="80104" y="170239"/>
                    <a:pt x="84670" y="180202"/>
                    <a:pt x="92630" y="187047"/>
                  </a:cubicBezTo>
                  <a:cubicBezTo>
                    <a:pt x="98683" y="192253"/>
                    <a:pt x="106089" y="195252"/>
                    <a:pt x="114075" y="195844"/>
                  </a:cubicBezTo>
                  <a:cubicBezTo>
                    <a:pt x="116834" y="216625"/>
                    <a:pt x="127816" y="236074"/>
                    <a:pt x="145750" y="249132"/>
                  </a:cubicBezTo>
                  <a:lnTo>
                    <a:pt x="145750" y="271379"/>
                  </a:lnTo>
                  <a:lnTo>
                    <a:pt x="44891" y="310480"/>
                  </a:lnTo>
                  <a:cubicBezTo>
                    <a:pt x="44837" y="310501"/>
                    <a:pt x="44783" y="310522"/>
                    <a:pt x="44729" y="310545"/>
                  </a:cubicBezTo>
                  <a:cubicBezTo>
                    <a:pt x="42902" y="311295"/>
                    <a:pt x="0" y="329508"/>
                    <a:pt x="0" y="379609"/>
                  </a:cubicBezTo>
                  <a:lnTo>
                    <a:pt x="0" y="479245"/>
                  </a:lnTo>
                  <a:cubicBezTo>
                    <a:pt x="0" y="489053"/>
                    <a:pt x="7980" y="497033"/>
                    <a:pt x="17788" y="497033"/>
                  </a:cubicBezTo>
                  <a:cubicBezTo>
                    <a:pt x="34339" y="497033"/>
                    <a:pt x="257734" y="497033"/>
                    <a:pt x="266983" y="497033"/>
                  </a:cubicBezTo>
                  <a:cubicBezTo>
                    <a:pt x="279147" y="508124"/>
                    <a:pt x="293928" y="515925"/>
                    <a:pt x="310009" y="519676"/>
                  </a:cubicBezTo>
                  <a:cubicBezTo>
                    <a:pt x="314644" y="520759"/>
                    <a:pt x="319287" y="517876"/>
                    <a:pt x="320368" y="513234"/>
                  </a:cubicBezTo>
                  <a:cubicBezTo>
                    <a:pt x="321451" y="508594"/>
                    <a:pt x="318567" y="503956"/>
                    <a:pt x="313927" y="502875"/>
                  </a:cubicBezTo>
                  <a:cubicBezTo>
                    <a:pt x="278522" y="494618"/>
                    <a:pt x="252729" y="463008"/>
                    <a:pt x="252729" y="425611"/>
                  </a:cubicBezTo>
                  <a:cubicBezTo>
                    <a:pt x="252729" y="408646"/>
                    <a:pt x="258097" y="392192"/>
                    <a:pt x="268080" y="378613"/>
                  </a:cubicBezTo>
                  <a:cubicBezTo>
                    <a:pt x="313787" y="316439"/>
                    <a:pt x="411462" y="349805"/>
                    <a:pt x="411462" y="425611"/>
                  </a:cubicBezTo>
                  <a:cubicBezTo>
                    <a:pt x="411462" y="446849"/>
                    <a:pt x="403217" y="466790"/>
                    <a:pt x="388244" y="481760"/>
                  </a:cubicBezTo>
                  <a:cubicBezTo>
                    <a:pt x="377789" y="492216"/>
                    <a:pt x="364655" y="499517"/>
                    <a:pt x="350263" y="502873"/>
                  </a:cubicBezTo>
                  <a:cubicBezTo>
                    <a:pt x="345622" y="503955"/>
                    <a:pt x="342738" y="508595"/>
                    <a:pt x="343821" y="513233"/>
                  </a:cubicBezTo>
                  <a:cubicBezTo>
                    <a:pt x="344902" y="517874"/>
                    <a:pt x="349550" y="520759"/>
                    <a:pt x="354180" y="519675"/>
                  </a:cubicBezTo>
                  <a:cubicBezTo>
                    <a:pt x="368933" y="516233"/>
                    <a:pt x="382592" y="509380"/>
                    <a:pt x="394144" y="499707"/>
                  </a:cubicBezTo>
                  <a:lnTo>
                    <a:pt x="406352" y="511594"/>
                  </a:lnTo>
                  <a:cubicBezTo>
                    <a:pt x="399573" y="518376"/>
                    <a:pt x="400583" y="527221"/>
                    <a:pt x="405740" y="532381"/>
                  </a:cubicBezTo>
                  <a:lnTo>
                    <a:pt x="457108" y="583748"/>
                  </a:lnTo>
                  <a:cubicBezTo>
                    <a:pt x="464208" y="590845"/>
                    <a:pt x="475753" y="590844"/>
                    <a:pt x="482853" y="583748"/>
                  </a:cubicBezTo>
                  <a:lnTo>
                    <a:pt x="490114" y="576487"/>
                  </a:lnTo>
                  <a:cubicBezTo>
                    <a:pt x="497438" y="569165"/>
                    <a:pt x="497438" y="557249"/>
                    <a:pt x="490116" y="549925"/>
                  </a:cubicBezTo>
                  <a:close/>
                  <a:moveTo>
                    <a:pt x="261371" y="296801"/>
                  </a:moveTo>
                  <a:lnTo>
                    <a:pt x="236691" y="346264"/>
                  </a:lnTo>
                  <a:cubicBezTo>
                    <a:pt x="236380" y="346044"/>
                    <a:pt x="210830" y="327896"/>
                    <a:pt x="207115" y="325256"/>
                  </a:cubicBezTo>
                  <a:cubicBezTo>
                    <a:pt x="224695" y="303556"/>
                    <a:pt x="220103" y="309223"/>
                    <a:pt x="237619" y="287602"/>
                  </a:cubicBezTo>
                  <a:lnTo>
                    <a:pt x="261371" y="296801"/>
                  </a:lnTo>
                  <a:close/>
                  <a:moveTo>
                    <a:pt x="211405" y="349466"/>
                  </a:moveTo>
                  <a:lnTo>
                    <a:pt x="205103" y="358953"/>
                  </a:lnTo>
                  <a:lnTo>
                    <a:pt x="184204" y="358953"/>
                  </a:lnTo>
                  <a:lnTo>
                    <a:pt x="177902" y="349466"/>
                  </a:lnTo>
                  <a:lnTo>
                    <a:pt x="194653" y="337570"/>
                  </a:lnTo>
                  <a:lnTo>
                    <a:pt x="211405" y="349466"/>
                  </a:lnTo>
                  <a:close/>
                  <a:moveTo>
                    <a:pt x="163002" y="274163"/>
                  </a:moveTo>
                  <a:lnTo>
                    <a:pt x="163002" y="258656"/>
                  </a:lnTo>
                  <a:cubicBezTo>
                    <a:pt x="172656" y="262508"/>
                    <a:pt x="183613" y="264636"/>
                    <a:pt x="194800" y="264636"/>
                  </a:cubicBezTo>
                  <a:cubicBezTo>
                    <a:pt x="205625" y="264636"/>
                    <a:pt x="216302" y="262437"/>
                    <a:pt x="226248" y="258136"/>
                  </a:cubicBezTo>
                  <a:lnTo>
                    <a:pt x="226248" y="274232"/>
                  </a:lnTo>
                  <a:lnTo>
                    <a:pt x="194655" y="313233"/>
                  </a:lnTo>
                  <a:lnTo>
                    <a:pt x="163002" y="274163"/>
                  </a:lnTo>
                  <a:close/>
                  <a:moveTo>
                    <a:pt x="274190" y="178385"/>
                  </a:moveTo>
                  <a:lnTo>
                    <a:pt x="274190" y="141054"/>
                  </a:lnTo>
                  <a:cubicBezTo>
                    <a:pt x="295302" y="144708"/>
                    <a:pt x="295573" y="174689"/>
                    <a:pt x="274190" y="178385"/>
                  </a:cubicBezTo>
                  <a:close/>
                  <a:moveTo>
                    <a:pt x="113357" y="178385"/>
                  </a:moveTo>
                  <a:cubicBezTo>
                    <a:pt x="103807" y="176737"/>
                    <a:pt x="97357" y="168810"/>
                    <a:pt x="97357" y="159719"/>
                  </a:cubicBezTo>
                  <a:cubicBezTo>
                    <a:pt x="97357" y="150867"/>
                    <a:pt x="104642" y="143601"/>
                    <a:pt x="113357" y="141498"/>
                  </a:cubicBezTo>
                  <a:lnTo>
                    <a:pt x="113357" y="178385"/>
                  </a:lnTo>
                  <a:close/>
                  <a:moveTo>
                    <a:pt x="113847" y="123891"/>
                  </a:moveTo>
                  <a:cubicBezTo>
                    <a:pt x="111256" y="124198"/>
                    <a:pt x="108279" y="124898"/>
                    <a:pt x="106075" y="125631"/>
                  </a:cubicBezTo>
                  <a:lnTo>
                    <a:pt x="106075" y="104950"/>
                  </a:lnTo>
                  <a:cubicBezTo>
                    <a:pt x="106075" y="56593"/>
                    <a:pt x="145415" y="17253"/>
                    <a:pt x="193771" y="17253"/>
                  </a:cubicBezTo>
                  <a:cubicBezTo>
                    <a:pt x="242127" y="17253"/>
                    <a:pt x="281467" y="56593"/>
                    <a:pt x="281467" y="104950"/>
                  </a:cubicBezTo>
                  <a:lnTo>
                    <a:pt x="281467" y="125059"/>
                  </a:lnTo>
                  <a:cubicBezTo>
                    <a:pt x="279115" y="124360"/>
                    <a:pt x="276682" y="123890"/>
                    <a:pt x="274188" y="123659"/>
                  </a:cubicBezTo>
                  <a:cubicBezTo>
                    <a:pt x="274188" y="115626"/>
                    <a:pt x="273791" y="116654"/>
                    <a:pt x="247526" y="88425"/>
                  </a:cubicBezTo>
                  <a:cubicBezTo>
                    <a:pt x="242520" y="83046"/>
                    <a:pt x="234354" y="81969"/>
                    <a:pt x="228100" y="86056"/>
                  </a:cubicBezTo>
                  <a:cubicBezTo>
                    <a:pt x="198678" y="105277"/>
                    <a:pt x="162790" y="114931"/>
                    <a:pt x="129672" y="112555"/>
                  </a:cubicBezTo>
                  <a:cubicBezTo>
                    <a:pt x="122371" y="111984"/>
                    <a:pt x="115690" y="116807"/>
                    <a:pt x="113847" y="123891"/>
                  </a:cubicBezTo>
                  <a:close/>
                  <a:moveTo>
                    <a:pt x="130612" y="185244"/>
                  </a:moveTo>
                  <a:cubicBezTo>
                    <a:pt x="130612" y="178707"/>
                    <a:pt x="130612" y="135535"/>
                    <a:pt x="130612" y="129904"/>
                  </a:cubicBezTo>
                  <a:cubicBezTo>
                    <a:pt x="166439" y="131958"/>
                    <a:pt x="204641" y="121541"/>
                    <a:pt x="236075" y="101446"/>
                  </a:cubicBezTo>
                  <a:cubicBezTo>
                    <a:pt x="248217" y="114485"/>
                    <a:pt x="254769" y="121295"/>
                    <a:pt x="256936" y="123941"/>
                  </a:cubicBezTo>
                  <a:cubicBezTo>
                    <a:pt x="256936" y="196313"/>
                    <a:pt x="256948" y="183647"/>
                    <a:pt x="256916" y="186060"/>
                  </a:cubicBezTo>
                  <a:cubicBezTo>
                    <a:pt x="255817" y="222481"/>
                    <a:pt x="226838" y="247383"/>
                    <a:pt x="194798" y="247383"/>
                  </a:cubicBezTo>
                  <a:cubicBezTo>
                    <a:pt x="156202" y="247382"/>
                    <a:pt x="130612" y="217404"/>
                    <a:pt x="130612" y="185244"/>
                  </a:cubicBezTo>
                  <a:close/>
                  <a:moveTo>
                    <a:pt x="151644" y="287620"/>
                  </a:moveTo>
                  <a:lnTo>
                    <a:pt x="182156" y="325282"/>
                  </a:lnTo>
                  <a:cubicBezTo>
                    <a:pt x="178769" y="327688"/>
                    <a:pt x="155289" y="344365"/>
                    <a:pt x="152613" y="346266"/>
                  </a:cubicBezTo>
                  <a:lnTo>
                    <a:pt x="127933" y="296802"/>
                  </a:lnTo>
                  <a:lnTo>
                    <a:pt x="151644" y="287620"/>
                  </a:lnTo>
                  <a:close/>
                  <a:moveTo>
                    <a:pt x="84282" y="479780"/>
                  </a:moveTo>
                  <a:lnTo>
                    <a:pt x="84282" y="395040"/>
                  </a:lnTo>
                  <a:cubicBezTo>
                    <a:pt x="84282" y="390275"/>
                    <a:pt x="80421" y="386413"/>
                    <a:pt x="75655" y="386413"/>
                  </a:cubicBezTo>
                  <a:cubicBezTo>
                    <a:pt x="70890" y="386413"/>
                    <a:pt x="67029" y="390275"/>
                    <a:pt x="67029" y="395040"/>
                  </a:cubicBezTo>
                  <a:lnTo>
                    <a:pt x="67029" y="479780"/>
                  </a:lnTo>
                  <a:lnTo>
                    <a:pt x="17789" y="479780"/>
                  </a:lnTo>
                  <a:cubicBezTo>
                    <a:pt x="17495" y="479780"/>
                    <a:pt x="17254" y="479539"/>
                    <a:pt x="17254" y="479245"/>
                  </a:cubicBezTo>
                  <a:lnTo>
                    <a:pt x="17254" y="379609"/>
                  </a:lnTo>
                  <a:cubicBezTo>
                    <a:pt x="17254" y="341660"/>
                    <a:pt x="49277" y="327362"/>
                    <a:pt x="51240" y="326524"/>
                  </a:cubicBezTo>
                  <a:lnTo>
                    <a:pt x="111773" y="303056"/>
                  </a:lnTo>
                  <a:lnTo>
                    <a:pt x="138364" y="356350"/>
                  </a:lnTo>
                  <a:cubicBezTo>
                    <a:pt x="138364" y="356351"/>
                    <a:pt x="138365" y="356351"/>
                    <a:pt x="138365" y="356352"/>
                  </a:cubicBezTo>
                  <a:cubicBezTo>
                    <a:pt x="140322" y="360272"/>
                    <a:pt x="143883" y="363129"/>
                    <a:pt x="148132" y="364191"/>
                  </a:cubicBezTo>
                  <a:cubicBezTo>
                    <a:pt x="155616" y="366066"/>
                    <a:pt x="160232" y="362016"/>
                    <a:pt x="163828" y="359462"/>
                  </a:cubicBezTo>
                  <a:lnTo>
                    <a:pt x="170503" y="369509"/>
                  </a:lnTo>
                  <a:lnTo>
                    <a:pt x="151840" y="479780"/>
                  </a:lnTo>
                  <a:lnTo>
                    <a:pt x="84282" y="479780"/>
                  </a:lnTo>
                  <a:close/>
                  <a:moveTo>
                    <a:pt x="252027" y="479780"/>
                  </a:moveTo>
                  <a:lnTo>
                    <a:pt x="237468" y="479780"/>
                  </a:lnTo>
                  <a:lnTo>
                    <a:pt x="232036" y="447695"/>
                  </a:lnTo>
                  <a:cubicBezTo>
                    <a:pt x="231243" y="442999"/>
                    <a:pt x="226804" y="439835"/>
                    <a:pt x="222092" y="440630"/>
                  </a:cubicBezTo>
                  <a:cubicBezTo>
                    <a:pt x="217395" y="441425"/>
                    <a:pt x="214232" y="445878"/>
                    <a:pt x="215027" y="450574"/>
                  </a:cubicBezTo>
                  <a:lnTo>
                    <a:pt x="219971" y="479779"/>
                  </a:lnTo>
                  <a:lnTo>
                    <a:pt x="169338" y="479779"/>
                  </a:lnTo>
                  <a:lnTo>
                    <a:pt x="186869" y="376205"/>
                  </a:lnTo>
                  <a:lnTo>
                    <a:pt x="202440" y="376205"/>
                  </a:lnTo>
                  <a:lnTo>
                    <a:pt x="208215" y="410318"/>
                  </a:lnTo>
                  <a:cubicBezTo>
                    <a:pt x="209009" y="415014"/>
                    <a:pt x="213455" y="418185"/>
                    <a:pt x="218160" y="417383"/>
                  </a:cubicBezTo>
                  <a:cubicBezTo>
                    <a:pt x="222858" y="416588"/>
                    <a:pt x="226020" y="412135"/>
                    <a:pt x="225225" y="407438"/>
                  </a:cubicBezTo>
                  <a:lnTo>
                    <a:pt x="218807" y="369507"/>
                  </a:lnTo>
                  <a:lnTo>
                    <a:pt x="225481" y="359461"/>
                  </a:lnTo>
                  <a:lnTo>
                    <a:pt x="228873" y="361869"/>
                  </a:lnTo>
                  <a:cubicBezTo>
                    <a:pt x="236369" y="367194"/>
                    <a:pt x="246843" y="364565"/>
                    <a:pt x="250944" y="356347"/>
                  </a:cubicBezTo>
                  <a:lnTo>
                    <a:pt x="277533" y="303056"/>
                  </a:lnTo>
                  <a:lnTo>
                    <a:pt x="338126" y="326521"/>
                  </a:lnTo>
                  <a:cubicBezTo>
                    <a:pt x="338508" y="326687"/>
                    <a:pt x="340724" y="327670"/>
                    <a:pt x="343858" y="329613"/>
                  </a:cubicBezTo>
                  <a:cubicBezTo>
                    <a:pt x="260421" y="319244"/>
                    <a:pt x="206588" y="413137"/>
                    <a:pt x="252027" y="479780"/>
                  </a:cubicBezTo>
                  <a:close/>
                  <a:moveTo>
                    <a:pt x="427758" y="529994"/>
                  </a:moveTo>
                  <a:lnTo>
                    <a:pt x="420058" y="522294"/>
                  </a:lnTo>
                  <a:lnTo>
                    <a:pt x="429073" y="513280"/>
                  </a:lnTo>
                  <a:lnTo>
                    <a:pt x="436771" y="520979"/>
                  </a:lnTo>
                  <a:lnTo>
                    <a:pt x="427758" y="529994"/>
                  </a:lnTo>
                  <a:close/>
                  <a:moveTo>
                    <a:pt x="450088" y="552322"/>
                  </a:moveTo>
                  <a:lnTo>
                    <a:pt x="439959" y="542192"/>
                  </a:lnTo>
                  <a:lnTo>
                    <a:pt x="448971" y="533177"/>
                  </a:lnTo>
                  <a:lnTo>
                    <a:pt x="459103" y="543308"/>
                  </a:lnTo>
                  <a:lnTo>
                    <a:pt x="450088" y="552322"/>
                  </a:lnTo>
                  <a:close/>
                  <a:moveTo>
                    <a:pt x="477918" y="564287"/>
                  </a:moveTo>
                  <a:lnTo>
                    <a:pt x="470657" y="571548"/>
                  </a:lnTo>
                  <a:cubicBezTo>
                    <a:pt x="470300" y="571907"/>
                    <a:pt x="469671" y="571909"/>
                    <a:pt x="469314" y="571548"/>
                  </a:cubicBezTo>
                  <a:lnTo>
                    <a:pt x="462288" y="564523"/>
                  </a:lnTo>
                  <a:lnTo>
                    <a:pt x="471302" y="555509"/>
                  </a:lnTo>
                  <a:lnTo>
                    <a:pt x="477918" y="562126"/>
                  </a:lnTo>
                  <a:cubicBezTo>
                    <a:pt x="478495" y="562702"/>
                    <a:pt x="478495" y="563712"/>
                    <a:pt x="477918" y="5642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7092214" y="2295795"/>
              <a:ext cx="130874" cy="130876"/>
            </a:xfrm>
            <a:custGeom>
              <a:rect b="b" l="l" r="r" t="t"/>
              <a:pathLst>
                <a:path extrusionOk="0" h="130876" w="130874">
                  <a:moveTo>
                    <a:pt x="65438" y="0"/>
                  </a:moveTo>
                  <a:cubicBezTo>
                    <a:pt x="29355" y="0"/>
                    <a:pt x="0" y="29355"/>
                    <a:pt x="0" y="65438"/>
                  </a:cubicBezTo>
                  <a:cubicBezTo>
                    <a:pt x="0" y="101520"/>
                    <a:pt x="29355" y="130876"/>
                    <a:pt x="65438" y="130876"/>
                  </a:cubicBezTo>
                  <a:cubicBezTo>
                    <a:pt x="101520" y="130876"/>
                    <a:pt x="130875" y="101520"/>
                    <a:pt x="130875" y="65438"/>
                  </a:cubicBezTo>
                  <a:cubicBezTo>
                    <a:pt x="130875" y="29355"/>
                    <a:pt x="101520" y="0"/>
                    <a:pt x="65438" y="0"/>
                  </a:cubicBezTo>
                  <a:close/>
                  <a:moveTo>
                    <a:pt x="65438" y="113623"/>
                  </a:moveTo>
                  <a:cubicBezTo>
                    <a:pt x="38869" y="113623"/>
                    <a:pt x="17253" y="92007"/>
                    <a:pt x="17253" y="65438"/>
                  </a:cubicBezTo>
                  <a:cubicBezTo>
                    <a:pt x="17253" y="38868"/>
                    <a:pt x="38869" y="17253"/>
                    <a:pt x="65438" y="17253"/>
                  </a:cubicBezTo>
                  <a:cubicBezTo>
                    <a:pt x="92006" y="17253"/>
                    <a:pt x="113622" y="38868"/>
                    <a:pt x="113622" y="65438"/>
                  </a:cubicBezTo>
                  <a:cubicBezTo>
                    <a:pt x="113622" y="92007"/>
                    <a:pt x="92006" y="113623"/>
                    <a:pt x="65438" y="1136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0" name="Google Shape;500;p17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1" name="Google Shape;50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9" y="2737761"/>
            <a:ext cx="124295" cy="124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2" name="Google Shape;502;p17"/>
          <p:cNvGrpSpPr/>
          <p:nvPr/>
        </p:nvGrpSpPr>
        <p:grpSpPr>
          <a:xfrm>
            <a:off x="13453184" y="2126049"/>
            <a:ext cx="1280305" cy="1344518"/>
            <a:chOff x="2322797" y="4819575"/>
            <a:chExt cx="514923" cy="540749"/>
          </a:xfrm>
        </p:grpSpPr>
        <p:sp>
          <p:nvSpPr>
            <p:cNvPr id="503" name="Google Shape;503;p17"/>
            <p:cNvSpPr/>
            <p:nvPr/>
          </p:nvSpPr>
          <p:spPr>
            <a:xfrm>
              <a:off x="2322797" y="4819575"/>
              <a:ext cx="420064" cy="540749"/>
            </a:xfrm>
            <a:custGeom>
              <a:rect b="b" l="l" r="r" t="t"/>
              <a:pathLst>
                <a:path extrusionOk="0" h="540749" w="420064">
                  <a:moveTo>
                    <a:pt x="376919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532120"/>
                  </a:lnTo>
                  <a:cubicBezTo>
                    <a:pt x="0" y="536887"/>
                    <a:pt x="3863" y="540749"/>
                    <a:pt x="8629" y="540749"/>
                  </a:cubicBezTo>
                  <a:lnTo>
                    <a:pt x="376919" y="540749"/>
                  </a:lnTo>
                  <a:cubicBezTo>
                    <a:pt x="400710" y="540749"/>
                    <a:pt x="420064" y="521395"/>
                    <a:pt x="420064" y="497604"/>
                  </a:cubicBezTo>
                  <a:lnTo>
                    <a:pt x="420064" y="43145"/>
                  </a:lnTo>
                  <a:cubicBezTo>
                    <a:pt x="420064" y="19354"/>
                    <a:pt x="400710" y="0"/>
                    <a:pt x="376919" y="0"/>
                  </a:cubicBezTo>
                  <a:close/>
                  <a:moveTo>
                    <a:pt x="402806" y="497604"/>
                  </a:moveTo>
                  <a:cubicBezTo>
                    <a:pt x="402806" y="511878"/>
                    <a:pt x="391194" y="523491"/>
                    <a:pt x="376919" y="523491"/>
                  </a:cubicBezTo>
                  <a:lnTo>
                    <a:pt x="17258" y="523491"/>
                  </a:lnTo>
                  <a:lnTo>
                    <a:pt x="17258" y="17258"/>
                  </a:lnTo>
                  <a:lnTo>
                    <a:pt x="376919" y="17258"/>
                  </a:lnTo>
                  <a:cubicBezTo>
                    <a:pt x="391194" y="17258"/>
                    <a:pt x="402806" y="28871"/>
                    <a:pt x="402806" y="43145"/>
                  </a:cubicBezTo>
                  <a:lnTo>
                    <a:pt x="402806" y="4976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2368818" y="4854090"/>
              <a:ext cx="17257" cy="368169"/>
            </a:xfrm>
            <a:custGeom>
              <a:rect b="b" l="l" r="r" t="t"/>
              <a:pathLst>
                <a:path extrusionOk="0" h="368169" w="17257">
                  <a:moveTo>
                    <a:pt x="0" y="8629"/>
                  </a:moveTo>
                  <a:lnTo>
                    <a:pt x="0" y="359541"/>
                  </a:lnTo>
                  <a:cubicBezTo>
                    <a:pt x="0" y="364307"/>
                    <a:pt x="3863" y="368170"/>
                    <a:pt x="8629" y="368170"/>
                  </a:cubicBezTo>
                  <a:cubicBezTo>
                    <a:pt x="13397" y="368167"/>
                    <a:pt x="17258" y="364306"/>
                    <a:pt x="17258" y="35954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2368818" y="5239518"/>
              <a:ext cx="17257" cy="86289"/>
            </a:xfrm>
            <a:custGeom>
              <a:rect b="b" l="l" r="r" t="t"/>
              <a:pathLst>
                <a:path extrusionOk="0" h="86289" w="17257">
                  <a:moveTo>
                    <a:pt x="0" y="8629"/>
                  </a:moveTo>
                  <a:lnTo>
                    <a:pt x="0" y="77661"/>
                  </a:lnTo>
                  <a:cubicBezTo>
                    <a:pt x="0" y="82427"/>
                    <a:pt x="3863" y="86290"/>
                    <a:pt x="8629" y="86290"/>
                  </a:cubicBezTo>
                  <a:cubicBezTo>
                    <a:pt x="13397" y="86287"/>
                    <a:pt x="17258" y="82426"/>
                    <a:pt x="17258" y="77661"/>
                  </a:cubicBezTo>
                  <a:lnTo>
                    <a:pt x="17258" y="8629"/>
                  </a:lnTo>
                  <a:cubicBezTo>
                    <a:pt x="17258" y="3863"/>
                    <a:pt x="13397" y="2"/>
                    <a:pt x="8632" y="0"/>
                  </a:cubicBezTo>
                  <a:cubicBezTo>
                    <a:pt x="3863" y="0"/>
                    <a:pt x="0" y="3862"/>
                    <a:pt x="0" y="86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2449355" y="4900112"/>
              <a:ext cx="212968" cy="120805"/>
            </a:xfrm>
            <a:custGeom>
              <a:rect b="b" l="l" r="r" t="t"/>
              <a:pathLst>
                <a:path extrusionOk="0" h="120805" w="212968">
                  <a:moveTo>
                    <a:pt x="204340" y="0"/>
                  </a:move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lnTo>
                    <a:pt x="0" y="112177"/>
                  </a:lnTo>
                  <a:cubicBezTo>
                    <a:pt x="0" y="116943"/>
                    <a:pt x="3863" y="120806"/>
                    <a:pt x="8629" y="120806"/>
                  </a:cubicBezTo>
                  <a:lnTo>
                    <a:pt x="204340" y="120806"/>
                  </a:lnTo>
                  <a:cubicBezTo>
                    <a:pt x="209105" y="120806"/>
                    <a:pt x="212969" y="116943"/>
                    <a:pt x="212969" y="112177"/>
                  </a:cubicBezTo>
                  <a:lnTo>
                    <a:pt x="212969" y="8629"/>
                  </a:lnTo>
                  <a:cubicBezTo>
                    <a:pt x="212969" y="3862"/>
                    <a:pt x="209105" y="0"/>
                    <a:pt x="204340" y="0"/>
                  </a:cubicBezTo>
                  <a:close/>
                  <a:moveTo>
                    <a:pt x="195711" y="103548"/>
                  </a:moveTo>
                  <a:lnTo>
                    <a:pt x="17258" y="103548"/>
                  </a:lnTo>
                  <a:lnTo>
                    <a:pt x="17258" y="17258"/>
                  </a:lnTo>
                  <a:lnTo>
                    <a:pt x="195711" y="17258"/>
                  </a:lnTo>
                  <a:lnTo>
                    <a:pt x="195711" y="1035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2483871" y="4934627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2483871" y="4969143"/>
              <a:ext cx="143937" cy="17257"/>
            </a:xfrm>
            <a:custGeom>
              <a:rect b="b" l="l" r="r" t="t"/>
              <a:pathLst>
                <a:path extrusionOk="0" h="17257" w="143937">
                  <a:moveTo>
                    <a:pt x="8629" y="17258"/>
                  </a:moveTo>
                  <a:lnTo>
                    <a:pt x="135308" y="17258"/>
                  </a:lnTo>
                  <a:cubicBezTo>
                    <a:pt x="140074" y="17258"/>
                    <a:pt x="143937" y="13396"/>
                    <a:pt x="143937" y="8629"/>
                  </a:cubicBezTo>
                  <a:cubicBezTo>
                    <a:pt x="143937" y="3862"/>
                    <a:pt x="140074" y="0"/>
                    <a:pt x="135308" y="0"/>
                  </a:cubicBezTo>
                  <a:lnTo>
                    <a:pt x="8629" y="0"/>
                  </a:lnTo>
                  <a:cubicBezTo>
                    <a:pt x="3863" y="0"/>
                    <a:pt x="0" y="3862"/>
                    <a:pt x="0" y="8629"/>
                  </a:cubicBezTo>
                  <a:cubicBezTo>
                    <a:pt x="0" y="13396"/>
                    <a:pt x="3863" y="17258"/>
                    <a:pt x="8629" y="17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2774441" y="4903223"/>
              <a:ext cx="63279" cy="457100"/>
            </a:xfrm>
            <a:custGeom>
              <a:rect b="b" l="l" r="r" t="t"/>
              <a:pathLst>
                <a:path extrusionOk="0" h="457100" w="63279">
                  <a:moveTo>
                    <a:pt x="63235" y="63120"/>
                  </a:moveTo>
                  <a:cubicBezTo>
                    <a:pt x="63215" y="62909"/>
                    <a:pt x="63178" y="62700"/>
                    <a:pt x="63142" y="62493"/>
                  </a:cubicBezTo>
                  <a:cubicBezTo>
                    <a:pt x="63130" y="62423"/>
                    <a:pt x="63124" y="62353"/>
                    <a:pt x="63110" y="62283"/>
                  </a:cubicBezTo>
                  <a:cubicBezTo>
                    <a:pt x="63058" y="62024"/>
                    <a:pt x="62993" y="61771"/>
                    <a:pt x="62919" y="61521"/>
                  </a:cubicBezTo>
                  <a:cubicBezTo>
                    <a:pt x="62913" y="61502"/>
                    <a:pt x="62910" y="61483"/>
                    <a:pt x="62904" y="61464"/>
                  </a:cubicBezTo>
                  <a:cubicBezTo>
                    <a:pt x="62812" y="61162"/>
                    <a:pt x="62705" y="60868"/>
                    <a:pt x="62582" y="60581"/>
                  </a:cubicBezTo>
                  <a:lnTo>
                    <a:pt x="39607" y="5317"/>
                  </a:lnTo>
                  <a:cubicBezTo>
                    <a:pt x="38269" y="2097"/>
                    <a:pt x="35125" y="0"/>
                    <a:pt x="31640" y="0"/>
                  </a:cubicBezTo>
                  <a:cubicBezTo>
                    <a:pt x="28155" y="0"/>
                    <a:pt x="25010" y="2097"/>
                    <a:pt x="23672" y="5317"/>
                  </a:cubicBezTo>
                  <a:lnTo>
                    <a:pt x="697" y="60581"/>
                  </a:lnTo>
                  <a:cubicBezTo>
                    <a:pt x="574" y="60868"/>
                    <a:pt x="467" y="61162"/>
                    <a:pt x="375" y="61464"/>
                  </a:cubicBezTo>
                  <a:cubicBezTo>
                    <a:pt x="369" y="61483"/>
                    <a:pt x="366" y="61502"/>
                    <a:pt x="360" y="61521"/>
                  </a:cubicBezTo>
                  <a:cubicBezTo>
                    <a:pt x="286" y="61771"/>
                    <a:pt x="221" y="62024"/>
                    <a:pt x="169" y="62283"/>
                  </a:cubicBezTo>
                  <a:cubicBezTo>
                    <a:pt x="155" y="62353"/>
                    <a:pt x="150" y="62423"/>
                    <a:pt x="137" y="62493"/>
                  </a:cubicBezTo>
                  <a:cubicBezTo>
                    <a:pt x="101" y="62700"/>
                    <a:pt x="64" y="62909"/>
                    <a:pt x="44" y="63120"/>
                  </a:cubicBezTo>
                  <a:cubicBezTo>
                    <a:pt x="15" y="63406"/>
                    <a:pt x="0" y="63692"/>
                    <a:pt x="0" y="63980"/>
                  </a:cubicBezTo>
                  <a:lnTo>
                    <a:pt x="0" y="431214"/>
                  </a:lnTo>
                  <a:cubicBezTo>
                    <a:pt x="0" y="445487"/>
                    <a:pt x="11612" y="457101"/>
                    <a:pt x="25887" y="457101"/>
                  </a:cubicBezTo>
                  <a:lnTo>
                    <a:pt x="37392" y="457101"/>
                  </a:lnTo>
                  <a:cubicBezTo>
                    <a:pt x="51667" y="457101"/>
                    <a:pt x="63279" y="445487"/>
                    <a:pt x="63279" y="431214"/>
                  </a:cubicBezTo>
                  <a:lnTo>
                    <a:pt x="63279" y="63980"/>
                  </a:lnTo>
                  <a:cubicBezTo>
                    <a:pt x="63278" y="63692"/>
                    <a:pt x="63263" y="63405"/>
                    <a:pt x="63235" y="63120"/>
                  </a:cubicBezTo>
                  <a:close/>
                  <a:moveTo>
                    <a:pt x="37391" y="439843"/>
                  </a:moveTo>
                  <a:lnTo>
                    <a:pt x="25886" y="439843"/>
                  </a:lnTo>
                  <a:cubicBezTo>
                    <a:pt x="21127" y="439843"/>
                    <a:pt x="17257" y="435973"/>
                    <a:pt x="17257" y="431214"/>
                  </a:cubicBezTo>
                  <a:lnTo>
                    <a:pt x="17257" y="416832"/>
                  </a:lnTo>
                  <a:lnTo>
                    <a:pt x="46020" y="416832"/>
                  </a:lnTo>
                  <a:lnTo>
                    <a:pt x="46020" y="431214"/>
                  </a:lnTo>
                  <a:cubicBezTo>
                    <a:pt x="46020" y="435973"/>
                    <a:pt x="42150" y="439843"/>
                    <a:pt x="37391" y="439843"/>
                  </a:cubicBezTo>
                  <a:close/>
                  <a:moveTo>
                    <a:pt x="46020" y="72609"/>
                  </a:moveTo>
                  <a:lnTo>
                    <a:pt x="46020" y="399574"/>
                  </a:lnTo>
                  <a:lnTo>
                    <a:pt x="17257" y="399574"/>
                  </a:lnTo>
                  <a:lnTo>
                    <a:pt x="17257" y="72609"/>
                  </a:lnTo>
                  <a:lnTo>
                    <a:pt x="46020" y="72609"/>
                  </a:lnTo>
                  <a:close/>
                  <a:moveTo>
                    <a:pt x="21561" y="55351"/>
                  </a:moveTo>
                  <a:lnTo>
                    <a:pt x="31640" y="31109"/>
                  </a:lnTo>
                  <a:lnTo>
                    <a:pt x="41718" y="55351"/>
                  </a:lnTo>
                  <a:lnTo>
                    <a:pt x="21561" y="553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0" name="Google Shape;510;p17"/>
          <p:cNvGrpSpPr/>
          <p:nvPr/>
        </p:nvGrpSpPr>
        <p:grpSpPr>
          <a:xfrm>
            <a:off x="17011143" y="2025278"/>
            <a:ext cx="1471556" cy="1748949"/>
            <a:chOff x="6825555" y="1935622"/>
            <a:chExt cx="495607" cy="589070"/>
          </a:xfrm>
        </p:grpSpPr>
        <p:sp>
          <p:nvSpPr>
            <p:cNvPr id="511" name="Google Shape;511;p17"/>
            <p:cNvSpPr/>
            <p:nvPr/>
          </p:nvSpPr>
          <p:spPr>
            <a:xfrm>
              <a:off x="6825555" y="1935622"/>
              <a:ext cx="495607" cy="589070"/>
            </a:xfrm>
            <a:custGeom>
              <a:rect b="b" l="l" r="r" t="t"/>
              <a:pathLst>
                <a:path extrusionOk="0" h="589070" w="495607">
                  <a:moveTo>
                    <a:pt x="490116" y="549925"/>
                  </a:moveTo>
                  <a:cubicBezTo>
                    <a:pt x="484212" y="544021"/>
                    <a:pt x="445029" y="504838"/>
                    <a:pt x="439157" y="498966"/>
                  </a:cubicBezTo>
                  <a:cubicBezTo>
                    <a:pt x="433989" y="493800"/>
                    <a:pt x="425090" y="492860"/>
                    <a:pt x="418555" y="499395"/>
                  </a:cubicBezTo>
                  <a:lnTo>
                    <a:pt x="406335" y="487498"/>
                  </a:lnTo>
                  <a:cubicBezTo>
                    <a:pt x="420816" y="470174"/>
                    <a:pt x="428714" y="448515"/>
                    <a:pt x="428714" y="425611"/>
                  </a:cubicBezTo>
                  <a:cubicBezTo>
                    <a:pt x="428714" y="389486"/>
                    <a:pt x="409052" y="357763"/>
                    <a:pt x="378961" y="341094"/>
                  </a:cubicBezTo>
                  <a:cubicBezTo>
                    <a:pt x="366010" y="319551"/>
                    <a:pt x="345528" y="310917"/>
                    <a:pt x="344634" y="310549"/>
                  </a:cubicBezTo>
                  <a:cubicBezTo>
                    <a:pt x="344577" y="310524"/>
                    <a:pt x="344520" y="310503"/>
                    <a:pt x="344464" y="310480"/>
                  </a:cubicBezTo>
                  <a:lnTo>
                    <a:pt x="243497" y="271378"/>
                  </a:lnTo>
                  <a:lnTo>
                    <a:pt x="243497" y="247876"/>
                  </a:lnTo>
                  <a:cubicBezTo>
                    <a:pt x="259515" y="235391"/>
                    <a:pt x="270631" y="216921"/>
                    <a:pt x="273458" y="195848"/>
                  </a:cubicBezTo>
                  <a:cubicBezTo>
                    <a:pt x="293147" y="194390"/>
                    <a:pt x="307441" y="178385"/>
                    <a:pt x="307441" y="159719"/>
                  </a:cubicBezTo>
                  <a:cubicBezTo>
                    <a:pt x="307441" y="151010"/>
                    <a:pt x="304307" y="142692"/>
                    <a:pt x="298719" y="136204"/>
                  </a:cubicBezTo>
                  <a:lnTo>
                    <a:pt x="298719" y="104950"/>
                  </a:lnTo>
                  <a:cubicBezTo>
                    <a:pt x="298721" y="47081"/>
                    <a:pt x="251641" y="0"/>
                    <a:pt x="193772" y="0"/>
                  </a:cubicBezTo>
                  <a:cubicBezTo>
                    <a:pt x="135903" y="0"/>
                    <a:pt x="88823" y="47081"/>
                    <a:pt x="88823" y="104950"/>
                  </a:cubicBezTo>
                  <a:lnTo>
                    <a:pt x="88823" y="137022"/>
                  </a:lnTo>
                  <a:cubicBezTo>
                    <a:pt x="83175" y="143446"/>
                    <a:pt x="80104" y="151343"/>
                    <a:pt x="80104" y="159718"/>
                  </a:cubicBezTo>
                  <a:cubicBezTo>
                    <a:pt x="80104" y="170239"/>
                    <a:pt x="84670" y="180202"/>
                    <a:pt x="92630" y="187047"/>
                  </a:cubicBezTo>
                  <a:cubicBezTo>
                    <a:pt x="98683" y="192253"/>
                    <a:pt x="106089" y="195252"/>
                    <a:pt x="114075" y="195844"/>
                  </a:cubicBezTo>
                  <a:cubicBezTo>
                    <a:pt x="116834" y="216625"/>
                    <a:pt x="127816" y="236074"/>
                    <a:pt x="145750" y="249132"/>
                  </a:cubicBezTo>
                  <a:lnTo>
                    <a:pt x="145750" y="271379"/>
                  </a:lnTo>
                  <a:lnTo>
                    <a:pt x="44891" y="310480"/>
                  </a:lnTo>
                  <a:cubicBezTo>
                    <a:pt x="44837" y="310501"/>
                    <a:pt x="44783" y="310522"/>
                    <a:pt x="44729" y="310545"/>
                  </a:cubicBezTo>
                  <a:cubicBezTo>
                    <a:pt x="42902" y="311295"/>
                    <a:pt x="0" y="329508"/>
                    <a:pt x="0" y="379609"/>
                  </a:cubicBezTo>
                  <a:lnTo>
                    <a:pt x="0" y="479245"/>
                  </a:lnTo>
                  <a:cubicBezTo>
                    <a:pt x="0" y="489053"/>
                    <a:pt x="7980" y="497033"/>
                    <a:pt x="17788" y="497033"/>
                  </a:cubicBezTo>
                  <a:cubicBezTo>
                    <a:pt x="34339" y="497033"/>
                    <a:pt x="257734" y="497033"/>
                    <a:pt x="266983" y="497033"/>
                  </a:cubicBezTo>
                  <a:cubicBezTo>
                    <a:pt x="279147" y="508124"/>
                    <a:pt x="293928" y="515925"/>
                    <a:pt x="310009" y="519676"/>
                  </a:cubicBezTo>
                  <a:cubicBezTo>
                    <a:pt x="314644" y="520759"/>
                    <a:pt x="319287" y="517876"/>
                    <a:pt x="320368" y="513234"/>
                  </a:cubicBezTo>
                  <a:cubicBezTo>
                    <a:pt x="321451" y="508594"/>
                    <a:pt x="318567" y="503956"/>
                    <a:pt x="313927" y="502875"/>
                  </a:cubicBezTo>
                  <a:cubicBezTo>
                    <a:pt x="278522" y="494618"/>
                    <a:pt x="252729" y="463008"/>
                    <a:pt x="252729" y="425611"/>
                  </a:cubicBezTo>
                  <a:cubicBezTo>
                    <a:pt x="252729" y="408646"/>
                    <a:pt x="258097" y="392192"/>
                    <a:pt x="268080" y="378613"/>
                  </a:cubicBezTo>
                  <a:cubicBezTo>
                    <a:pt x="313787" y="316439"/>
                    <a:pt x="411462" y="349805"/>
                    <a:pt x="411462" y="425611"/>
                  </a:cubicBezTo>
                  <a:cubicBezTo>
                    <a:pt x="411462" y="446849"/>
                    <a:pt x="403217" y="466790"/>
                    <a:pt x="388244" y="481760"/>
                  </a:cubicBezTo>
                  <a:cubicBezTo>
                    <a:pt x="377789" y="492216"/>
                    <a:pt x="364655" y="499517"/>
                    <a:pt x="350263" y="502873"/>
                  </a:cubicBezTo>
                  <a:cubicBezTo>
                    <a:pt x="345622" y="503955"/>
                    <a:pt x="342738" y="508595"/>
                    <a:pt x="343821" y="513233"/>
                  </a:cubicBezTo>
                  <a:cubicBezTo>
                    <a:pt x="344902" y="517874"/>
                    <a:pt x="349550" y="520759"/>
                    <a:pt x="354180" y="519675"/>
                  </a:cubicBezTo>
                  <a:cubicBezTo>
                    <a:pt x="368933" y="516233"/>
                    <a:pt x="382592" y="509380"/>
                    <a:pt x="394144" y="499707"/>
                  </a:cubicBezTo>
                  <a:lnTo>
                    <a:pt x="406352" y="511594"/>
                  </a:lnTo>
                  <a:cubicBezTo>
                    <a:pt x="399573" y="518376"/>
                    <a:pt x="400583" y="527221"/>
                    <a:pt x="405740" y="532381"/>
                  </a:cubicBezTo>
                  <a:lnTo>
                    <a:pt x="457108" y="583748"/>
                  </a:lnTo>
                  <a:cubicBezTo>
                    <a:pt x="464208" y="590845"/>
                    <a:pt x="475753" y="590844"/>
                    <a:pt x="482853" y="583748"/>
                  </a:cubicBezTo>
                  <a:lnTo>
                    <a:pt x="490114" y="576487"/>
                  </a:lnTo>
                  <a:cubicBezTo>
                    <a:pt x="497438" y="569165"/>
                    <a:pt x="497438" y="557249"/>
                    <a:pt x="490116" y="549925"/>
                  </a:cubicBezTo>
                  <a:close/>
                  <a:moveTo>
                    <a:pt x="261371" y="296801"/>
                  </a:moveTo>
                  <a:lnTo>
                    <a:pt x="236691" y="346264"/>
                  </a:lnTo>
                  <a:cubicBezTo>
                    <a:pt x="236380" y="346044"/>
                    <a:pt x="210830" y="327896"/>
                    <a:pt x="207115" y="325256"/>
                  </a:cubicBezTo>
                  <a:cubicBezTo>
                    <a:pt x="224695" y="303556"/>
                    <a:pt x="220103" y="309223"/>
                    <a:pt x="237619" y="287602"/>
                  </a:cubicBezTo>
                  <a:lnTo>
                    <a:pt x="261371" y="296801"/>
                  </a:lnTo>
                  <a:close/>
                  <a:moveTo>
                    <a:pt x="211405" y="349466"/>
                  </a:moveTo>
                  <a:lnTo>
                    <a:pt x="205103" y="358953"/>
                  </a:lnTo>
                  <a:lnTo>
                    <a:pt x="184204" y="358953"/>
                  </a:lnTo>
                  <a:lnTo>
                    <a:pt x="177902" y="349466"/>
                  </a:lnTo>
                  <a:lnTo>
                    <a:pt x="194653" y="337570"/>
                  </a:lnTo>
                  <a:lnTo>
                    <a:pt x="211405" y="349466"/>
                  </a:lnTo>
                  <a:close/>
                  <a:moveTo>
                    <a:pt x="163002" y="274163"/>
                  </a:moveTo>
                  <a:lnTo>
                    <a:pt x="163002" y="258656"/>
                  </a:lnTo>
                  <a:cubicBezTo>
                    <a:pt x="172656" y="262508"/>
                    <a:pt x="183613" y="264636"/>
                    <a:pt x="194800" y="264636"/>
                  </a:cubicBezTo>
                  <a:cubicBezTo>
                    <a:pt x="205625" y="264636"/>
                    <a:pt x="216302" y="262437"/>
                    <a:pt x="226248" y="258136"/>
                  </a:cubicBezTo>
                  <a:lnTo>
                    <a:pt x="226248" y="274232"/>
                  </a:lnTo>
                  <a:lnTo>
                    <a:pt x="194655" y="313233"/>
                  </a:lnTo>
                  <a:lnTo>
                    <a:pt x="163002" y="274163"/>
                  </a:lnTo>
                  <a:close/>
                  <a:moveTo>
                    <a:pt x="274190" y="178385"/>
                  </a:moveTo>
                  <a:lnTo>
                    <a:pt x="274190" y="141054"/>
                  </a:lnTo>
                  <a:cubicBezTo>
                    <a:pt x="295302" y="144708"/>
                    <a:pt x="295573" y="174689"/>
                    <a:pt x="274190" y="178385"/>
                  </a:cubicBezTo>
                  <a:close/>
                  <a:moveTo>
                    <a:pt x="113357" y="178385"/>
                  </a:moveTo>
                  <a:cubicBezTo>
                    <a:pt x="103807" y="176737"/>
                    <a:pt x="97357" y="168810"/>
                    <a:pt x="97357" y="159719"/>
                  </a:cubicBezTo>
                  <a:cubicBezTo>
                    <a:pt x="97357" y="150867"/>
                    <a:pt x="104642" y="143601"/>
                    <a:pt x="113357" y="141498"/>
                  </a:cubicBezTo>
                  <a:lnTo>
                    <a:pt x="113357" y="178385"/>
                  </a:lnTo>
                  <a:close/>
                  <a:moveTo>
                    <a:pt x="113847" y="123891"/>
                  </a:moveTo>
                  <a:cubicBezTo>
                    <a:pt x="111256" y="124198"/>
                    <a:pt x="108279" y="124898"/>
                    <a:pt x="106075" y="125631"/>
                  </a:cubicBezTo>
                  <a:lnTo>
                    <a:pt x="106075" y="104950"/>
                  </a:lnTo>
                  <a:cubicBezTo>
                    <a:pt x="106075" y="56593"/>
                    <a:pt x="145415" y="17253"/>
                    <a:pt x="193771" y="17253"/>
                  </a:cubicBezTo>
                  <a:cubicBezTo>
                    <a:pt x="242127" y="17253"/>
                    <a:pt x="281467" y="56593"/>
                    <a:pt x="281467" y="104950"/>
                  </a:cubicBezTo>
                  <a:lnTo>
                    <a:pt x="281467" y="125059"/>
                  </a:lnTo>
                  <a:cubicBezTo>
                    <a:pt x="279115" y="124360"/>
                    <a:pt x="276682" y="123890"/>
                    <a:pt x="274188" y="123659"/>
                  </a:cubicBezTo>
                  <a:cubicBezTo>
                    <a:pt x="274188" y="115626"/>
                    <a:pt x="273791" y="116654"/>
                    <a:pt x="247526" y="88425"/>
                  </a:cubicBezTo>
                  <a:cubicBezTo>
                    <a:pt x="242520" y="83046"/>
                    <a:pt x="234354" y="81969"/>
                    <a:pt x="228100" y="86056"/>
                  </a:cubicBezTo>
                  <a:cubicBezTo>
                    <a:pt x="198678" y="105277"/>
                    <a:pt x="162790" y="114931"/>
                    <a:pt x="129672" y="112555"/>
                  </a:cubicBezTo>
                  <a:cubicBezTo>
                    <a:pt x="122371" y="111984"/>
                    <a:pt x="115690" y="116807"/>
                    <a:pt x="113847" y="123891"/>
                  </a:cubicBezTo>
                  <a:close/>
                  <a:moveTo>
                    <a:pt x="130612" y="185244"/>
                  </a:moveTo>
                  <a:cubicBezTo>
                    <a:pt x="130612" y="178707"/>
                    <a:pt x="130612" y="135535"/>
                    <a:pt x="130612" y="129904"/>
                  </a:cubicBezTo>
                  <a:cubicBezTo>
                    <a:pt x="166439" y="131958"/>
                    <a:pt x="204641" y="121541"/>
                    <a:pt x="236075" y="101446"/>
                  </a:cubicBezTo>
                  <a:cubicBezTo>
                    <a:pt x="248217" y="114485"/>
                    <a:pt x="254769" y="121295"/>
                    <a:pt x="256936" y="123941"/>
                  </a:cubicBezTo>
                  <a:cubicBezTo>
                    <a:pt x="256936" y="196313"/>
                    <a:pt x="256948" y="183647"/>
                    <a:pt x="256916" y="186060"/>
                  </a:cubicBezTo>
                  <a:cubicBezTo>
                    <a:pt x="255817" y="222481"/>
                    <a:pt x="226838" y="247383"/>
                    <a:pt x="194798" y="247383"/>
                  </a:cubicBezTo>
                  <a:cubicBezTo>
                    <a:pt x="156202" y="247382"/>
                    <a:pt x="130612" y="217404"/>
                    <a:pt x="130612" y="185244"/>
                  </a:cubicBezTo>
                  <a:close/>
                  <a:moveTo>
                    <a:pt x="151644" y="287620"/>
                  </a:moveTo>
                  <a:lnTo>
                    <a:pt x="182156" y="325282"/>
                  </a:lnTo>
                  <a:cubicBezTo>
                    <a:pt x="178769" y="327688"/>
                    <a:pt x="155289" y="344365"/>
                    <a:pt x="152613" y="346266"/>
                  </a:cubicBezTo>
                  <a:lnTo>
                    <a:pt x="127933" y="296802"/>
                  </a:lnTo>
                  <a:lnTo>
                    <a:pt x="151644" y="287620"/>
                  </a:lnTo>
                  <a:close/>
                  <a:moveTo>
                    <a:pt x="84282" y="479780"/>
                  </a:moveTo>
                  <a:lnTo>
                    <a:pt x="84282" y="395040"/>
                  </a:lnTo>
                  <a:cubicBezTo>
                    <a:pt x="84282" y="390275"/>
                    <a:pt x="80421" y="386413"/>
                    <a:pt x="75655" y="386413"/>
                  </a:cubicBezTo>
                  <a:cubicBezTo>
                    <a:pt x="70890" y="386413"/>
                    <a:pt x="67029" y="390275"/>
                    <a:pt x="67029" y="395040"/>
                  </a:cubicBezTo>
                  <a:lnTo>
                    <a:pt x="67029" y="479780"/>
                  </a:lnTo>
                  <a:lnTo>
                    <a:pt x="17789" y="479780"/>
                  </a:lnTo>
                  <a:cubicBezTo>
                    <a:pt x="17495" y="479780"/>
                    <a:pt x="17254" y="479539"/>
                    <a:pt x="17254" y="479245"/>
                  </a:cubicBezTo>
                  <a:lnTo>
                    <a:pt x="17254" y="379609"/>
                  </a:lnTo>
                  <a:cubicBezTo>
                    <a:pt x="17254" y="341660"/>
                    <a:pt x="49277" y="327362"/>
                    <a:pt x="51240" y="326524"/>
                  </a:cubicBezTo>
                  <a:lnTo>
                    <a:pt x="111773" y="303056"/>
                  </a:lnTo>
                  <a:lnTo>
                    <a:pt x="138364" y="356350"/>
                  </a:lnTo>
                  <a:cubicBezTo>
                    <a:pt x="138364" y="356351"/>
                    <a:pt x="138365" y="356351"/>
                    <a:pt x="138365" y="356352"/>
                  </a:cubicBezTo>
                  <a:cubicBezTo>
                    <a:pt x="140322" y="360272"/>
                    <a:pt x="143883" y="363129"/>
                    <a:pt x="148132" y="364191"/>
                  </a:cubicBezTo>
                  <a:cubicBezTo>
                    <a:pt x="155616" y="366066"/>
                    <a:pt x="160232" y="362016"/>
                    <a:pt x="163828" y="359462"/>
                  </a:cubicBezTo>
                  <a:lnTo>
                    <a:pt x="170503" y="369509"/>
                  </a:lnTo>
                  <a:lnTo>
                    <a:pt x="151840" y="479780"/>
                  </a:lnTo>
                  <a:lnTo>
                    <a:pt x="84282" y="479780"/>
                  </a:lnTo>
                  <a:close/>
                  <a:moveTo>
                    <a:pt x="252027" y="479780"/>
                  </a:moveTo>
                  <a:lnTo>
                    <a:pt x="237468" y="479780"/>
                  </a:lnTo>
                  <a:lnTo>
                    <a:pt x="232036" y="447695"/>
                  </a:lnTo>
                  <a:cubicBezTo>
                    <a:pt x="231243" y="442999"/>
                    <a:pt x="226804" y="439835"/>
                    <a:pt x="222092" y="440630"/>
                  </a:cubicBezTo>
                  <a:cubicBezTo>
                    <a:pt x="217395" y="441425"/>
                    <a:pt x="214232" y="445878"/>
                    <a:pt x="215027" y="450574"/>
                  </a:cubicBezTo>
                  <a:lnTo>
                    <a:pt x="219971" y="479779"/>
                  </a:lnTo>
                  <a:lnTo>
                    <a:pt x="169338" y="479779"/>
                  </a:lnTo>
                  <a:lnTo>
                    <a:pt x="186869" y="376205"/>
                  </a:lnTo>
                  <a:lnTo>
                    <a:pt x="202440" y="376205"/>
                  </a:lnTo>
                  <a:lnTo>
                    <a:pt x="208215" y="410318"/>
                  </a:lnTo>
                  <a:cubicBezTo>
                    <a:pt x="209009" y="415014"/>
                    <a:pt x="213455" y="418185"/>
                    <a:pt x="218160" y="417383"/>
                  </a:cubicBezTo>
                  <a:cubicBezTo>
                    <a:pt x="222858" y="416588"/>
                    <a:pt x="226020" y="412135"/>
                    <a:pt x="225225" y="407438"/>
                  </a:cubicBezTo>
                  <a:lnTo>
                    <a:pt x="218807" y="369507"/>
                  </a:lnTo>
                  <a:lnTo>
                    <a:pt x="225481" y="359461"/>
                  </a:lnTo>
                  <a:lnTo>
                    <a:pt x="228873" y="361869"/>
                  </a:lnTo>
                  <a:cubicBezTo>
                    <a:pt x="236369" y="367194"/>
                    <a:pt x="246843" y="364565"/>
                    <a:pt x="250944" y="356347"/>
                  </a:cubicBezTo>
                  <a:lnTo>
                    <a:pt x="277533" y="303056"/>
                  </a:lnTo>
                  <a:lnTo>
                    <a:pt x="338126" y="326521"/>
                  </a:lnTo>
                  <a:cubicBezTo>
                    <a:pt x="338508" y="326687"/>
                    <a:pt x="340724" y="327670"/>
                    <a:pt x="343858" y="329613"/>
                  </a:cubicBezTo>
                  <a:cubicBezTo>
                    <a:pt x="260421" y="319244"/>
                    <a:pt x="206588" y="413137"/>
                    <a:pt x="252027" y="479780"/>
                  </a:cubicBezTo>
                  <a:close/>
                  <a:moveTo>
                    <a:pt x="427758" y="529994"/>
                  </a:moveTo>
                  <a:lnTo>
                    <a:pt x="420058" y="522294"/>
                  </a:lnTo>
                  <a:lnTo>
                    <a:pt x="429073" y="513280"/>
                  </a:lnTo>
                  <a:lnTo>
                    <a:pt x="436771" y="520979"/>
                  </a:lnTo>
                  <a:lnTo>
                    <a:pt x="427758" y="529994"/>
                  </a:lnTo>
                  <a:close/>
                  <a:moveTo>
                    <a:pt x="450088" y="552322"/>
                  </a:moveTo>
                  <a:lnTo>
                    <a:pt x="439959" y="542192"/>
                  </a:lnTo>
                  <a:lnTo>
                    <a:pt x="448971" y="533177"/>
                  </a:lnTo>
                  <a:lnTo>
                    <a:pt x="459103" y="543308"/>
                  </a:lnTo>
                  <a:lnTo>
                    <a:pt x="450088" y="552322"/>
                  </a:lnTo>
                  <a:close/>
                  <a:moveTo>
                    <a:pt x="477918" y="564287"/>
                  </a:moveTo>
                  <a:lnTo>
                    <a:pt x="470657" y="571548"/>
                  </a:lnTo>
                  <a:cubicBezTo>
                    <a:pt x="470300" y="571907"/>
                    <a:pt x="469671" y="571909"/>
                    <a:pt x="469314" y="571548"/>
                  </a:cubicBezTo>
                  <a:lnTo>
                    <a:pt x="462288" y="564523"/>
                  </a:lnTo>
                  <a:lnTo>
                    <a:pt x="471302" y="555509"/>
                  </a:lnTo>
                  <a:lnTo>
                    <a:pt x="477918" y="562126"/>
                  </a:lnTo>
                  <a:cubicBezTo>
                    <a:pt x="478495" y="562702"/>
                    <a:pt x="478495" y="563712"/>
                    <a:pt x="477918" y="5642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7092214" y="2295795"/>
              <a:ext cx="130874" cy="130876"/>
            </a:xfrm>
            <a:custGeom>
              <a:rect b="b" l="l" r="r" t="t"/>
              <a:pathLst>
                <a:path extrusionOk="0" h="130876" w="130874">
                  <a:moveTo>
                    <a:pt x="65438" y="0"/>
                  </a:moveTo>
                  <a:cubicBezTo>
                    <a:pt x="29355" y="0"/>
                    <a:pt x="0" y="29355"/>
                    <a:pt x="0" y="65438"/>
                  </a:cubicBezTo>
                  <a:cubicBezTo>
                    <a:pt x="0" y="101520"/>
                    <a:pt x="29355" y="130876"/>
                    <a:pt x="65438" y="130876"/>
                  </a:cubicBezTo>
                  <a:cubicBezTo>
                    <a:pt x="101520" y="130876"/>
                    <a:pt x="130875" y="101520"/>
                    <a:pt x="130875" y="65438"/>
                  </a:cubicBezTo>
                  <a:cubicBezTo>
                    <a:pt x="130875" y="29355"/>
                    <a:pt x="101520" y="0"/>
                    <a:pt x="65438" y="0"/>
                  </a:cubicBezTo>
                  <a:close/>
                  <a:moveTo>
                    <a:pt x="65438" y="113623"/>
                  </a:moveTo>
                  <a:cubicBezTo>
                    <a:pt x="38869" y="113623"/>
                    <a:pt x="17253" y="92007"/>
                    <a:pt x="17253" y="65438"/>
                  </a:cubicBezTo>
                  <a:cubicBezTo>
                    <a:pt x="17253" y="38868"/>
                    <a:pt x="38869" y="17253"/>
                    <a:pt x="65438" y="17253"/>
                  </a:cubicBezTo>
                  <a:cubicBezTo>
                    <a:pt x="92006" y="17253"/>
                    <a:pt x="113622" y="38868"/>
                    <a:pt x="113622" y="65438"/>
                  </a:cubicBezTo>
                  <a:cubicBezTo>
                    <a:pt x="113622" y="92007"/>
                    <a:pt x="92006" y="113623"/>
                    <a:pt x="65438" y="1136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3" name="Google Shape;513;p17"/>
          <p:cNvSpPr/>
          <p:nvPr/>
        </p:nvSpPr>
        <p:spPr>
          <a:xfrm>
            <a:off x="-100" y="10510050"/>
            <a:ext cx="20104200" cy="786600"/>
          </a:xfrm>
          <a:prstGeom prst="rect">
            <a:avLst/>
          </a:prstGeom>
          <a:gradFill>
            <a:gsLst>
              <a:gs pos="0">
                <a:srgbClr val="192E5B"/>
              </a:gs>
              <a:gs pos="100000">
                <a:srgbClr val="44B049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514" name="Google Shape;514;p17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15" name="Google Shape;515;p17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514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16" name="Google Shape;516;p17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17" name="Google Shape;517;p17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518" name="Google Shape;518;p17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519" name="Google Shape;519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17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1" name="Google Shape;521;p17" title="Screenshot 2025-12-22 at 20.10.05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2" name="Google Shape;52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89275" y="2667612"/>
            <a:ext cx="15859476" cy="38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18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18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8"/>
          <p:cNvSpPr txBox="1"/>
          <p:nvPr/>
        </p:nvSpPr>
        <p:spPr>
          <a:xfrm>
            <a:off x="1395100" y="617350"/>
            <a:ext cx="12308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-US" sz="77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Key Performance Indicators</a:t>
            </a:r>
            <a:endParaRPr b="0" i="0" sz="7700" u="none" cap="none" strike="noStrike">
              <a:solidFill>
                <a:srgbClr val="44B04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30" name="Google Shape;530;p18"/>
          <p:cNvGrpSpPr/>
          <p:nvPr/>
        </p:nvGrpSpPr>
        <p:grpSpPr>
          <a:xfrm>
            <a:off x="14805751" y="132549"/>
            <a:ext cx="3246083" cy="1541100"/>
            <a:chOff x="13843701" y="748774"/>
            <a:chExt cx="3246083" cy="1541100"/>
          </a:xfrm>
        </p:grpSpPr>
        <p:pic>
          <p:nvPicPr>
            <p:cNvPr id="531" name="Google Shape;531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" name="Google Shape;532;p18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533" name="Google Shape;533;p18"/>
          <p:cNvGraphicFramePr/>
          <p:nvPr/>
        </p:nvGraphicFramePr>
        <p:xfrm>
          <a:off x="2143000" y="40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{93F0354E-834A-444F-8985-24DB7B63A258}</a:tableStyleId>
              </a:tblPr>
              <a:tblGrid>
                <a:gridCol w="4005200"/>
                <a:gridCol w="5906450"/>
                <a:gridCol w="590645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KPI</a:t>
                      </a:r>
                      <a:endParaRPr b="1" sz="17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0A1E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Commitment</a:t>
                      </a:r>
                      <a:endParaRPr b="1" sz="17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0A1E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Metrics</a:t>
                      </a:r>
                      <a:endParaRPr b="1" sz="17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46"/>
                    </a:solidFill>
                  </a:tcPr>
                </a:tc>
              </a:tr>
              <a:tr h="81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Vendor Sourcing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Deliver vetted supplier shortlists across the full outsourced build by the end of Month 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Shortlists delivered for: (1) Qi2 internals, (2) concrete base, (3) wood components, (4) packaging, and (5) assembly pathway, each with capability notes, risk flags, and RFQs collected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Cost Optimization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Identify cost-saving opportunities 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% COGS savings by looking at alternative vendors benchmarked vs current vendors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Sample Coordination and DFM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Manage sampling and DFM checks against drawings and finish specs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Samples delivered per SKU with DFM checklist and written feedback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QA and Validation Readiness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Establish a clear QA and validation checklist for the internals and ensure required documentation is collected and organized before PO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QA checklist delivered, documentation tracker maintained (spec sheets, test reports where available, QC approach, compliance related documents)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PO Placement Readiness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Provide a PO-ready recommendation and support through first PO placement by the end of Month 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Final supplier scorecard, negotiated commercial terms summary (price, MOQ, lead time, payment terms where feasible), and PO-ready package shared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34" name="Google Shape;534;p18" title="Screenshot 2025-12-22 at 20.10.0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5126" y="306311"/>
            <a:ext cx="1252399" cy="11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19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-107250" y="833975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19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9"/>
          <p:cNvSpPr txBox="1"/>
          <p:nvPr/>
        </p:nvSpPr>
        <p:spPr>
          <a:xfrm>
            <a:off x="526500" y="303950"/>
            <a:ext cx="15228600" cy="25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-US" sz="77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Scope of Work </a:t>
            </a:r>
            <a:r>
              <a:rPr lang="en-US" sz="7700">
                <a:solidFill>
                  <a:srgbClr val="192E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(Modhaus</a:t>
            </a:r>
            <a:r>
              <a:rPr b="0" i="0" lang="en-US" sz="7700" u="none" cap="none" strike="noStrike">
                <a:solidFill>
                  <a:srgbClr val="192E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)</a:t>
            </a:r>
            <a:endParaRPr b="0" i="0" sz="3700" u="none" cap="none" strike="noStrike">
              <a:solidFill>
                <a:srgbClr val="192E5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42" name="Google Shape;542;p19"/>
          <p:cNvGrpSpPr/>
          <p:nvPr/>
        </p:nvGrpSpPr>
        <p:grpSpPr>
          <a:xfrm>
            <a:off x="13703651" y="931774"/>
            <a:ext cx="3246083" cy="1541100"/>
            <a:chOff x="13843701" y="748774"/>
            <a:chExt cx="3246083" cy="1541100"/>
          </a:xfrm>
        </p:grpSpPr>
        <p:pic>
          <p:nvPicPr>
            <p:cNvPr id="543" name="Google Shape;543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19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5" name="Google Shape;545;p19" title="Screenshot 2025-12-22 at 20.10.0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43026" y="1105536"/>
            <a:ext cx="1252399" cy="1193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6" name="Google Shape;546;p19"/>
          <p:cNvGraphicFramePr/>
          <p:nvPr/>
        </p:nvGraphicFramePr>
        <p:xfrm>
          <a:off x="526489" y="2768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2718900"/>
                <a:gridCol w="3046975"/>
                <a:gridCol w="8347625"/>
                <a:gridCol w="4807825"/>
              </a:tblGrid>
              <a:tr h="97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SUPPLY CHAIN FACET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OBJECTIVE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APPROACH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EXPECTED OUTCOME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</a:tr>
              <a:tr h="367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End-to-End Sourcing and Vendor Management</a:t>
                      </a:r>
                      <a:endParaRPr b="1" sz="1500" u="none" cap="none" strike="noStrike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B0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Build a complete, vetted supplier ecosystem for a fully outsourced product, internals, concrete, wood, packaging, and an assembly pathway, so Modhaus can scale production without founder bandwidth becoming the constraint.</a:t>
                      </a:r>
                      <a:br>
                        <a:rPr lang="en-US" sz="1300" u="none" cap="none" strike="noStrike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-US" sz="1300" u="none" cap="none" strike="noStrike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600" u="none" cap="none" strike="noStrik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Translate requirements into supplier-ready briefs for each lane (Qi2 internals, concrete base, wood components, packaging, assembly)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111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Identify, outreach, and qualify suppliers based on capabilities, finish quality, documentation readiness, MOQ flexibility, lead times, and responsiveness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111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Collect RFQs and benchmark options apples-to-apples across lanes (unit cost drivers, tooling, sample costs, MOQs, lead times)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111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Build scored shortlists per lane with clear tradeoffs and risk flags, then define the recommended integration model (single integrator vs multi-partner build)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600"/>
                        <a:buFont typeface="Montserrat SemiBold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 vetted set of supplier shortlists, RFQs, and a clear recommended build model, with real numbers that allow an informed decision between full outsource vs hybrid.</a:t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</a:tr>
              <a:tr h="269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Sampling Coordination and Integration Management</a:t>
                      </a:r>
                      <a:endParaRPr b="1" sz="1500" u="none" cap="none" strike="noStrike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B0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Validate fit, finish, and compatibility across components and suppliers, and prove the assembly path before moving into production.</a:t>
                      </a:r>
                      <a:endParaRPr sz="1300" u="none" cap="none" strike="noStrike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600"/>
                        <a:buFont typeface="Montserrat SemiBold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Issue structured sample request packs to shortlisted suppliers, including tolerances, finish standards, and integration constraints</a:t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600"/>
                        <a:buFont typeface="Montserrat SemiBold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Coordinate sampling timelines across lanes and manage supplier Q&amp;A so requirements stay clear and documented</a:t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600"/>
                        <a:buFont typeface="Montserrat SemiBold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Manage iteration loops to resolve gaps uncovered in sampling (fitment, finish matching, tolerance issues, packaging fit, assembly flow)</a:t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600"/>
                        <a:buFont typeface="Montserrat SemiBold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Develop an integration plan that clarifies component interfaces, ownership of assembly steps, and how issues will be resolved without stalling the timeline</a:t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Sample outcomes that confirm the product can be built consistently through the outsourced model, with reduced integration risk and a clear path to final supplier selection</a:t>
                      </a:r>
                      <a:r>
                        <a:rPr lang="en-US" sz="1300" u="none" cap="none" strike="noStrike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u="none" cap="none" strike="noStrike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2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-107250" y="833975"/>
            <a:ext cx="20104100" cy="1127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0" title="foot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462400"/>
            <a:ext cx="20104100" cy="8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0"/>
          <p:cNvSpPr txBox="1"/>
          <p:nvPr/>
        </p:nvSpPr>
        <p:spPr>
          <a:xfrm>
            <a:off x="512150" y="200075"/>
            <a:ext cx="14475600" cy="25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-US" sz="77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Scope of Wor</a:t>
            </a:r>
            <a:r>
              <a:rPr lang="en-US" sz="7700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 </a:t>
            </a:r>
            <a:r>
              <a:rPr lang="en-US" sz="7700">
                <a:solidFill>
                  <a:srgbClr val="192E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(Modhaus</a:t>
            </a:r>
            <a:r>
              <a:rPr b="0" i="0" lang="en-US" sz="7700" u="none" cap="none" strike="noStrike">
                <a:solidFill>
                  <a:srgbClr val="192E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)</a:t>
            </a:r>
            <a:endParaRPr b="0" i="0" sz="3700" u="none" cap="none" strike="noStrike">
              <a:solidFill>
                <a:srgbClr val="192E5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54" name="Google Shape;554;p20"/>
          <p:cNvGrpSpPr/>
          <p:nvPr/>
        </p:nvGrpSpPr>
        <p:grpSpPr>
          <a:xfrm>
            <a:off x="14093176" y="931762"/>
            <a:ext cx="3246083" cy="1541100"/>
            <a:chOff x="13843701" y="748774"/>
            <a:chExt cx="3246083" cy="1541100"/>
          </a:xfrm>
        </p:grpSpPr>
        <p:pic>
          <p:nvPicPr>
            <p:cNvPr id="555" name="Google Shape;555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20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57" name="Google Shape;557;p20" title="Screenshot 2025-12-22 at 20.10.0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43026" y="1105536"/>
            <a:ext cx="1252399" cy="1193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8" name="Google Shape;558;p20"/>
          <p:cNvGraphicFramePr/>
          <p:nvPr/>
        </p:nvGraphicFramePr>
        <p:xfrm>
          <a:off x="1253614" y="3313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{8781C670-9AAE-4FD5-9B0A-2C006B907842}</a:tableStyleId>
              </a:tblPr>
              <a:tblGrid>
                <a:gridCol w="2528600"/>
                <a:gridCol w="2833675"/>
                <a:gridCol w="7763300"/>
                <a:gridCol w="4471300"/>
              </a:tblGrid>
              <a:tr h="14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SUPPLY CHAIN FACET</a:t>
                      </a:r>
                      <a:endParaRPr b="1" sz="2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OBJECTIVE</a:t>
                      </a:r>
                      <a:endParaRPr b="1" sz="2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APPROACH</a:t>
                      </a:r>
                      <a:endParaRPr b="1" sz="2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EXPECTED OUTCOME</a:t>
                      </a:r>
                      <a:endParaRPr b="1" sz="2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2F5B"/>
                    </a:solidFill>
                  </a:tcPr>
                </a:tc>
              </a:tr>
              <a:tr h="212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QA, Validation Readiness, and PO Placement</a:t>
                      </a:r>
                      <a:endParaRPr b="1" sz="1300" u="none" cap="none" strike="noStrike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B0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Ensure the outsourced build can meet performance and quality expectations, then support a PO-ready decision and initial PO placement.</a:t>
                      </a:r>
                      <a:endParaRPr sz="1100" u="none" cap="none" strike="noStrike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br>
                        <a:rPr b="1" lang="en-US" sz="1100" u="none" cap="none" strike="noStrike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Montserrat SemiBold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Establish a practical QA and validation checklist for V1 across the complete product (performance expectations, heat behavior, finish consistency, packaging integrity, documentation requirements)</a:t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Montserrat SemiBold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Maintain a documentation tracker (spec sheets, test reports where available, QC approach, compliance-related materials, packaging specs)</a:t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Montserrat SemiBold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Support commercial alignment and negotiation where feasible (MOQ, price breaks, lead times, payment terms)</a:t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Montserrat SemiBold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Deliver a PO-ready package: final supplier scorecards, build and assembly plan, confirmed assumptions, and a recommended first production plan designed for scale</a:t>
                      </a:r>
                      <a:endParaRPr sz="1100" u="none" cap="none" strike="noStrike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Montserrat SemiBold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 clear supplier ecosystem and PO-ready recommendation backed by real sample outcomes and documentation, enabling Modhaus to place the first production order with confidence and a defined ramp path for scaling.</a:t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lang="en-US" sz="1400" u="none" cap="none" strike="noStrike">
                          <a:solidFill>
                            <a:srgbClr val="0D0D0D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</a:b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D0D0D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F9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2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1"/>
          <p:cNvSpPr txBox="1"/>
          <p:nvPr/>
        </p:nvSpPr>
        <p:spPr>
          <a:xfrm>
            <a:off x="1395100" y="617350"/>
            <a:ext cx="12600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45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Month  2</a:t>
            </a:r>
            <a:r>
              <a:rPr b="0" i="0" lang="en-US" sz="40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</a:t>
            </a:r>
            <a:r>
              <a:rPr b="0" i="0" lang="en-US" sz="4600" u="none" cap="none" strike="noStrike">
                <a:solidFill>
                  <a:srgbClr val="192E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Sampling Coordination &amp; Integration Validation</a:t>
            </a:r>
            <a:endParaRPr b="0" i="0" sz="4600" u="none" cap="none" strike="noStrike">
              <a:solidFill>
                <a:srgbClr val="192E5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2361550" y="2578050"/>
            <a:ext cx="7392300" cy="9376800"/>
          </a:xfrm>
          <a:prstGeom prst="roundRect">
            <a:avLst>
              <a:gd fmla="val 7956" name="adj"/>
            </a:avLst>
          </a:prstGeom>
          <a:solidFill>
            <a:srgbClr val="192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21"/>
          <p:cNvSpPr txBox="1"/>
          <p:nvPr/>
        </p:nvSpPr>
        <p:spPr>
          <a:xfrm>
            <a:off x="3139300" y="5554750"/>
            <a:ext cx="5836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7" name="Google Shape;567;p21"/>
          <p:cNvSpPr txBox="1"/>
          <p:nvPr/>
        </p:nvSpPr>
        <p:spPr>
          <a:xfrm>
            <a:off x="3568900" y="3320475"/>
            <a:ext cx="4977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ACTIVITIES</a:t>
            </a:r>
            <a:endParaRPr b="0" i="0" sz="405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10534625" y="2578050"/>
            <a:ext cx="7392300" cy="9376800"/>
          </a:xfrm>
          <a:prstGeom prst="roundRect">
            <a:avLst>
              <a:gd fmla="val 7956" name="adj"/>
            </a:avLst>
          </a:prstGeom>
          <a:solidFill>
            <a:srgbClr val="44B0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9" name="Google Shape;569;p21"/>
          <p:cNvSpPr txBox="1"/>
          <p:nvPr/>
        </p:nvSpPr>
        <p:spPr>
          <a:xfrm>
            <a:off x="11895675" y="3183850"/>
            <a:ext cx="4977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DELIVERABLES</a:t>
            </a:r>
            <a:endParaRPr b="0" i="0" sz="405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0" name="Google Shape;570;p21"/>
          <p:cNvSpPr txBox="1"/>
          <p:nvPr/>
        </p:nvSpPr>
        <p:spPr>
          <a:xfrm>
            <a:off x="11312375" y="5554750"/>
            <a:ext cx="583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5388400" y="4119375"/>
            <a:ext cx="1044300" cy="39300"/>
          </a:xfrm>
          <a:prstGeom prst="rect">
            <a:avLst/>
          </a:prstGeom>
          <a:solidFill>
            <a:srgbClr val="FF5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13708625" y="4119375"/>
            <a:ext cx="1044300" cy="39300"/>
          </a:xfrm>
          <a:prstGeom prst="rect">
            <a:avLst/>
          </a:prstGeom>
          <a:solidFill>
            <a:srgbClr val="FF5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73" name="Google Shape;573;p21"/>
          <p:cNvGrpSpPr/>
          <p:nvPr/>
        </p:nvGrpSpPr>
        <p:grpSpPr>
          <a:xfrm>
            <a:off x="13703651" y="931774"/>
            <a:ext cx="3246083" cy="1541100"/>
            <a:chOff x="13843701" y="748774"/>
            <a:chExt cx="3246083" cy="1541100"/>
          </a:xfrm>
        </p:grpSpPr>
        <p:pic>
          <p:nvPicPr>
            <p:cNvPr id="574" name="Google Shape;57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21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6" name="Google Shape;576;p21"/>
          <p:cNvSpPr txBox="1"/>
          <p:nvPr/>
        </p:nvSpPr>
        <p:spPr>
          <a:xfrm>
            <a:off x="2808250" y="4402650"/>
            <a:ext cx="6498900" cy="6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Issue </a:t>
            </a:r>
            <a:r>
              <a:rPr b="1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sampling request packs</a:t>
            </a: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to shortlisted suppliers, including: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Technical specs and tolerances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Finish and material standards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 and interface constraints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Coordinate sampling timelines across all lanes to ensure alignment.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Manage supplier Q&amp;A to maintain clear, documented requirements.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Oversee sample reviews and manage iteration loops to resolve: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Fitment and tolerance issues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Finish and material inconsistencies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Packaging fit and protection concerns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Assembly flow and handoff challenges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Develop an initial </a:t>
            </a:r>
            <a:r>
              <a:rPr b="1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 and assembly pathway, </a:t>
            </a: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clarifying: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Component ownership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Assembly responsibilities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Issue resolution and escalation flow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11079300" y="4583175"/>
            <a:ext cx="63639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Sample tracking dashboard with timelines and iteration status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Sample review summaries with gap analysis and recommendations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Defined integration and assembly model options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Updated supplier scorecards based on sampling outcomes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8" name="Google Shape;578;p21" title="Screenshot 2025-12-22 at 20.10.0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43026" y="1105536"/>
            <a:ext cx="1252399" cy="11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2"/>
          <p:cNvSpPr txBox="1"/>
          <p:nvPr/>
        </p:nvSpPr>
        <p:spPr>
          <a:xfrm>
            <a:off x="1395100" y="617350"/>
            <a:ext cx="12600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45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Month  3</a:t>
            </a:r>
            <a:r>
              <a:rPr b="0" i="0" lang="en-US" sz="40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</a:t>
            </a:r>
            <a:r>
              <a:rPr b="0" i="0" lang="en-US" sz="4600" u="none" cap="none" strike="noStrike">
                <a:solidFill>
                  <a:srgbClr val="192E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QA Readiness, Commercial Alignment &amp; PO Preparation</a:t>
            </a:r>
            <a:endParaRPr b="0" i="0" sz="4600" u="none" cap="none" strike="noStrike">
              <a:solidFill>
                <a:srgbClr val="192E5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2361550" y="2578050"/>
            <a:ext cx="7392300" cy="9376800"/>
          </a:xfrm>
          <a:prstGeom prst="roundRect">
            <a:avLst>
              <a:gd fmla="val 7956" name="adj"/>
            </a:avLst>
          </a:prstGeom>
          <a:solidFill>
            <a:srgbClr val="192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3139300" y="5554750"/>
            <a:ext cx="5836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3568900" y="3320475"/>
            <a:ext cx="4977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ACTIVITIES</a:t>
            </a:r>
            <a:endParaRPr b="0" i="0" sz="405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10534625" y="2578050"/>
            <a:ext cx="7392300" cy="9376800"/>
          </a:xfrm>
          <a:prstGeom prst="roundRect">
            <a:avLst>
              <a:gd fmla="val 7956" name="adj"/>
            </a:avLst>
          </a:prstGeom>
          <a:solidFill>
            <a:srgbClr val="44B0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p22"/>
          <p:cNvSpPr txBox="1"/>
          <p:nvPr/>
        </p:nvSpPr>
        <p:spPr>
          <a:xfrm>
            <a:off x="11895675" y="3183850"/>
            <a:ext cx="4977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DELIVERABLES</a:t>
            </a:r>
            <a:endParaRPr b="0" i="0" sz="405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90" name="Google Shape;590;p22"/>
          <p:cNvSpPr txBox="1"/>
          <p:nvPr/>
        </p:nvSpPr>
        <p:spPr>
          <a:xfrm>
            <a:off x="11312375" y="5554750"/>
            <a:ext cx="583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5388400" y="4119375"/>
            <a:ext cx="1044300" cy="39300"/>
          </a:xfrm>
          <a:prstGeom prst="rect">
            <a:avLst/>
          </a:prstGeom>
          <a:solidFill>
            <a:srgbClr val="FF5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13708625" y="4119375"/>
            <a:ext cx="1044300" cy="39300"/>
          </a:xfrm>
          <a:prstGeom prst="rect">
            <a:avLst/>
          </a:prstGeom>
          <a:solidFill>
            <a:srgbClr val="FF5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93" name="Google Shape;593;p22"/>
          <p:cNvGrpSpPr/>
          <p:nvPr/>
        </p:nvGrpSpPr>
        <p:grpSpPr>
          <a:xfrm>
            <a:off x="13703651" y="931774"/>
            <a:ext cx="3246083" cy="1541100"/>
            <a:chOff x="13843701" y="748774"/>
            <a:chExt cx="3246083" cy="1541100"/>
          </a:xfrm>
        </p:grpSpPr>
        <p:pic>
          <p:nvPicPr>
            <p:cNvPr id="594" name="Google Shape;59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22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6" name="Google Shape;596;p22"/>
          <p:cNvSpPr txBox="1"/>
          <p:nvPr/>
        </p:nvSpPr>
        <p:spPr>
          <a:xfrm>
            <a:off x="2808250" y="4376775"/>
            <a:ext cx="6498900" cy="7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Establish a practical 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QA and validation checklist</a:t>
            </a: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for V1 production covering: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Performance expectations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Heat behavior and durability (where applicable)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Finish consistency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Packaging integrity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Documentation and compliance readiness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Maintain a centralized documentation tracker: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Spec sheets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Test reports (where available)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QC processes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Packaging specs and requirements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 commercial alignment and negotiation where feasible: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MOQ adjustments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Price breaks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Lead time commitments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Payment terms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Finalize supplier scorecards and confirm recommended sourcing and assembly model.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Package all inputs into a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PO-ready recommendation </a:t>
            </a: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designed for scalable production.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22"/>
          <p:cNvSpPr txBox="1"/>
          <p:nvPr/>
        </p:nvSpPr>
        <p:spPr>
          <a:xfrm>
            <a:off x="11014375" y="4572000"/>
            <a:ext cx="64287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Final supplier scorecards and risk assessment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QA and validation checklist for first production run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Confirmed build and assembly plan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PO-ready package including: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○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Final supplier recommendations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○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Confirmed assumptions and constraints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SemiBold"/>
              <a:buChar char="○"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Recommended first production plan and ramp path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98" name="Google Shape;598;p22" title="Screenshot 2025-12-22 at 20.10.0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43026" y="1105536"/>
            <a:ext cx="1252399" cy="11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23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11750"/>
            <a:ext cx="20104100" cy="1127314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3"/>
          <p:cNvSpPr txBox="1"/>
          <p:nvPr/>
        </p:nvSpPr>
        <p:spPr>
          <a:xfrm>
            <a:off x="1395100" y="617350"/>
            <a:ext cx="12600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45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Month  1</a:t>
            </a:r>
            <a:r>
              <a:rPr b="0" i="0" lang="en-US" sz="4000" u="none" cap="none" strike="noStrike">
                <a:solidFill>
                  <a:srgbClr val="44B04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 </a:t>
            </a:r>
            <a:r>
              <a:rPr b="0" i="0" lang="en-US" sz="4600" u="none" cap="none" strike="noStrike">
                <a:solidFill>
                  <a:srgbClr val="192E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Supplier Discovery, Qualification &amp; RFQ Benchmarking</a:t>
            </a:r>
            <a:endParaRPr b="0" i="0" sz="4600" u="none" cap="none" strike="noStrike">
              <a:solidFill>
                <a:srgbClr val="192E5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2361550" y="2578050"/>
            <a:ext cx="7392300" cy="9376800"/>
          </a:xfrm>
          <a:prstGeom prst="roundRect">
            <a:avLst>
              <a:gd fmla="val 7956" name="adj"/>
            </a:avLst>
          </a:prstGeom>
          <a:solidFill>
            <a:srgbClr val="192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6" name="Google Shape;606;p23"/>
          <p:cNvSpPr txBox="1"/>
          <p:nvPr/>
        </p:nvSpPr>
        <p:spPr>
          <a:xfrm>
            <a:off x="3139300" y="5554750"/>
            <a:ext cx="5836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3568900" y="3086050"/>
            <a:ext cx="4977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ACTIVITIES</a:t>
            </a:r>
            <a:endParaRPr b="0" i="0" sz="405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10534625" y="2578050"/>
            <a:ext cx="7392300" cy="9376800"/>
          </a:xfrm>
          <a:prstGeom prst="roundRect">
            <a:avLst>
              <a:gd fmla="val 7956" name="adj"/>
            </a:avLst>
          </a:prstGeom>
          <a:solidFill>
            <a:srgbClr val="44B0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11895675" y="3183850"/>
            <a:ext cx="4977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DELIVERABLES</a:t>
            </a:r>
            <a:endParaRPr b="0" i="0" sz="405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11312375" y="5554750"/>
            <a:ext cx="583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5388400" y="4119375"/>
            <a:ext cx="1044300" cy="39300"/>
          </a:xfrm>
          <a:prstGeom prst="rect">
            <a:avLst/>
          </a:prstGeom>
          <a:solidFill>
            <a:srgbClr val="FF5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13708625" y="4119375"/>
            <a:ext cx="1044300" cy="39300"/>
          </a:xfrm>
          <a:prstGeom prst="rect">
            <a:avLst/>
          </a:prstGeom>
          <a:solidFill>
            <a:srgbClr val="FF5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3" name="Google Shape;613;p23"/>
          <p:cNvGrpSpPr/>
          <p:nvPr/>
        </p:nvGrpSpPr>
        <p:grpSpPr>
          <a:xfrm>
            <a:off x="14904951" y="132549"/>
            <a:ext cx="3246083" cy="1541100"/>
            <a:chOff x="13843701" y="748774"/>
            <a:chExt cx="3246083" cy="1541100"/>
          </a:xfrm>
        </p:grpSpPr>
        <p:pic>
          <p:nvPicPr>
            <p:cNvPr id="614" name="Google Shape;614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843701" y="1174185"/>
              <a:ext cx="2673034" cy="665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" name="Google Shape;615;p23"/>
            <p:cNvSpPr/>
            <p:nvPr/>
          </p:nvSpPr>
          <p:spPr>
            <a:xfrm rot="5400000">
              <a:off x="16239134" y="1439224"/>
              <a:ext cx="1541100" cy="160200"/>
            </a:xfrm>
            <a:prstGeom prst="rect">
              <a:avLst/>
            </a:prstGeom>
            <a:solidFill>
              <a:srgbClr val="FF5E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23"/>
          <p:cNvSpPr txBox="1"/>
          <p:nvPr/>
        </p:nvSpPr>
        <p:spPr>
          <a:xfrm>
            <a:off x="2808250" y="4065150"/>
            <a:ext cx="6498900" cy="75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Translate Modhaus product requirements into supplier-ready briefs for each sourcing lane: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Qi2 internals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Concrete base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Wood components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Packaging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Assembly pathway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Identify, outreach, and pre-qualify suppliers across all lanes based on: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Technical capability and finish quality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Documentation readiness and communication responsiveness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MOQ flexibility and lead times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Experience with similar materials or assemblies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Collect RFQs from qualified suppliers and normalize inputs for apples-to-apples comparison: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Unit cost and cost drivers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Tooling and sample costs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MOQs and scalability constraints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○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Lead times and production assumptions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Begin early risk mapping per lane (integration complexity, dependency risks, cost volatility).</a:t>
            </a:r>
            <a:endParaRPr b="0" i="0" sz="1650" u="none" cap="none" strike="noStrike">
              <a:solidFill>
                <a:srgbClr val="1D1C1D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23"/>
          <p:cNvSpPr txBox="1"/>
          <p:nvPr/>
        </p:nvSpPr>
        <p:spPr>
          <a:xfrm>
            <a:off x="10975425" y="4572000"/>
            <a:ext cx="66225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SemiBold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Supplier longlist per lane with qualification notes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SemiBold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Standardized RFQ comparison matrix across all lanes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SemiBold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Initial risk and feasibility assessment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SemiBold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Shortlisted supplier candidates for sampling phase</a:t>
            </a:r>
            <a:endParaRPr b="0" i="0" sz="2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618" name="Google Shape;618;p23" title="Screenshot 2025-12-22 at 20.10.0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44326" y="306311"/>
            <a:ext cx="1252399" cy="11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